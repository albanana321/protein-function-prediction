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63" r:id="rId4"/>
  </p:sldMasterIdLst>
  <p:notesMasterIdLst>
    <p:notesMasterId r:id="rId6"/>
  </p:notesMasterIdLst>
  <p:sldIdLst>
    <p:sldId id="290" r:id="rId5"/>
    <p:sldId id="281" r:id="rId7"/>
    <p:sldId id="296" r:id="rId8"/>
    <p:sldId id="292" r:id="rId9"/>
    <p:sldId id="291" r:id="rId10"/>
    <p:sldId id="293" r:id="rId11"/>
    <p:sldId id="295" r:id="rId12"/>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2" autoAdjust="0"/>
    <p:restoredTop sz="75340" autoAdjust="0"/>
  </p:normalViewPr>
  <p:slideViewPr>
    <p:cSldViewPr snapToGrid="0">
      <p:cViewPr varScale="1">
        <p:scale>
          <a:sx n="84" d="100"/>
          <a:sy n="84" d="100"/>
        </p:scale>
        <p:origin x="16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gs" Target="tags/tag48.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F3E06A-4B8C-4918-87C3-8AB2453F6B5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9F4D89-FF85-4248-B621-8940BD0F936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Good morning everyone, my name is [your name] and I am a PhD student. I am pleased to have the opportunity to work with you all on this project over the next two weeks.</a:t>
            </a:r>
            <a:endParaRPr lang="zh-CN" altLang="en-US" dirty="0"/>
          </a:p>
        </p:txBody>
      </p:sp>
      <p:sp>
        <p:nvSpPr>
          <p:cNvPr id="4" name="灯片编号占位符 3"/>
          <p:cNvSpPr>
            <a:spLocks noGrp="1"/>
          </p:cNvSpPr>
          <p:nvPr>
            <p:ph type="sldNum" sz="quarter" idx="5"/>
          </p:nvPr>
        </p:nvSpPr>
        <p:spPr/>
        <p:txBody>
          <a:bodyPr/>
          <a:lstStyle/>
          <a:p>
            <a:fld id="{BE9F4D89-FF85-4248-B621-8940BD0F936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First I will introduce the background of this project，</a:t>
            </a:r>
            <a:r>
              <a:rPr lang="en-US" altLang="zh-CN" dirty="0"/>
              <a:t> </a:t>
            </a:r>
            <a:r>
              <a:rPr lang="zh-CN" altLang="en-US" dirty="0"/>
              <a:t>In contemporary biological and medical research, understanding protein function is crucial for elucidating disease mechanisms and designing proteins and drugs. As shown on the right, Gene Ontology (GO) provides a structured and comprehensive framework to describe these functions. However, with the rapid expansion of sequence databases, many proteins lack detailed experimental annotations, so high-performance function prediction algorithms must be designed to fill the gap between the growing number of protein sequences and limited known functional annotations.</a:t>
            </a:r>
            <a:endParaRPr lang="zh-CN" altLang="en-US" dirty="0"/>
          </a:p>
        </p:txBody>
      </p:sp>
      <p:sp>
        <p:nvSpPr>
          <p:cNvPr id="4" name="灯片编号占位符 3"/>
          <p:cNvSpPr>
            <a:spLocks noGrp="1"/>
          </p:cNvSpPr>
          <p:nvPr>
            <p:ph type="sldNum" sz="quarter" idx="5"/>
          </p:nvPr>
        </p:nvSpPr>
        <p:spPr/>
        <p:txBody>
          <a:bodyPr/>
          <a:lstStyle/>
          <a:p>
            <a:fld id="{BE9F4D89-FF85-4248-B621-8940BD0F936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Protein function prediction can be viewed as a multi-label classification problem. First, we see the "input module", here is the amino acid sequence of a protein with id Q4LEZ3, each amino acid sequence is unique, just like the fingerprint of each person. We can use </a:t>
            </a:r>
            <a:r>
              <a:rPr lang="en-US" dirty="0"/>
              <a:t>some </a:t>
            </a:r>
            <a:r>
              <a:rPr dirty="0"/>
              <a:t>methods to encode the amino acid sequences of proteins into vectors, which are then fed into a neural network model. A protein may have multiple biological functions at the same time, so the "output vector" is the model's predicted probability for each biological function of the current protein. In the process of training the model, we will use the true labels to optimise the model parameters, where in the "label vector", 1 means that the current protein has the function and 0 means that it does not, and optimise the model by calculating the loss between the predicted score and the true score. Overall, protein function prediction can be simply understood as inputting a sample and outputting the predicted probability of each function for that sample.</a:t>
            </a:r>
            <a:endParaRPr dirty="0"/>
          </a:p>
        </p:txBody>
      </p:sp>
      <p:sp>
        <p:nvSpPr>
          <p:cNvPr id="4" name="灯片编号占位符 3"/>
          <p:cNvSpPr>
            <a:spLocks noGrp="1"/>
          </p:cNvSpPr>
          <p:nvPr>
            <p:ph type="sldNum" sz="quarter" idx="5"/>
          </p:nvPr>
        </p:nvSpPr>
        <p:spPr/>
        <p:txBody>
          <a:bodyPr/>
          <a:lstStyle/>
          <a:p>
            <a:fld id="{BE9F4D89-FF85-4248-B621-8940BD0F936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Over the past decades, research teams have developed a large number of computational methods for protein function prediction, and these methods can be summarized into four groups based on the type of biological data they use. Almost all existing methods use protein sequences as the representation of proteins, and there are other methods that try to incorporate other data about proteins, such as protein structure, protein-protein interaction networks, literature, and other information to improve the prediction performance, these different data types will be encoded in different ways to get the representation input into the model.</a:t>
            </a:r>
            <a:endParaRPr dirty="0"/>
          </a:p>
        </p:txBody>
      </p:sp>
      <p:sp>
        <p:nvSpPr>
          <p:cNvPr id="4" name="灯片编号占位符 3"/>
          <p:cNvSpPr>
            <a:spLocks noGrp="1"/>
          </p:cNvSpPr>
          <p:nvPr>
            <p:ph type="sldNum" sz="quarter" idx="5"/>
          </p:nvPr>
        </p:nvSpPr>
        <p:spPr/>
        <p:txBody>
          <a:bodyPr/>
          <a:lstStyle/>
          <a:p>
            <a:fld id="{BE9F4D89-FF85-4248-B621-8940BD0F936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Critical Assessment of Functional Annotation (CAFA) is a protein function prediction competition, which is held roughly every three years, and the fifth competition just ended last year, but you can still submit the prediction results to assess the performance of the model, and there are also participating teams sharing their experience, so you can pay attention to it if you are interested.</a:t>
            </a:r>
            <a:endParaRPr lang="en-US" altLang="zh-CN" dirty="0"/>
          </a:p>
        </p:txBody>
      </p:sp>
      <p:sp>
        <p:nvSpPr>
          <p:cNvPr id="4" name="灯片编号占位符 3"/>
          <p:cNvSpPr>
            <a:spLocks noGrp="1"/>
          </p:cNvSpPr>
          <p:nvPr>
            <p:ph type="sldNum" sz="quarter" idx="5"/>
          </p:nvPr>
        </p:nvSpPr>
        <p:spPr/>
        <p:txBody>
          <a:bodyPr/>
          <a:lstStyle/>
          <a:p>
            <a:fld id="{BE9F4D89-FF85-4248-B621-8940BD0F936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E9F4D89-FF85-4248-B621-8940BD0F936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We welcome any questions you may have</a:t>
            </a:r>
            <a:endParaRPr lang="zh-CN" altLang="en-US" dirty="0"/>
          </a:p>
        </p:txBody>
      </p:sp>
      <p:sp>
        <p:nvSpPr>
          <p:cNvPr id="4" name="灯片编号占位符 3"/>
          <p:cNvSpPr>
            <a:spLocks noGrp="1"/>
          </p:cNvSpPr>
          <p:nvPr>
            <p:ph type="sldNum" sz="quarter" idx="5"/>
          </p:nvPr>
        </p:nvSpPr>
        <p:spPr/>
        <p:txBody>
          <a:bodyPr/>
          <a:lstStyle/>
          <a:p>
            <a:fld id="{BE9F4D89-FF85-4248-B621-8940BD0F936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矩形 7"/>
          <p:cNvSpPr/>
          <p:nvPr userDrawn="1"/>
        </p:nvSpPr>
        <p:spPr>
          <a:xfrm>
            <a:off x="266700" y="853440"/>
            <a:ext cx="11643360" cy="4572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a:blip r:embed="rId2"/>
          <a:stretch>
            <a:fillRect/>
          </a:stretch>
        </p:blipFill>
        <p:spPr>
          <a:xfrm>
            <a:off x="8014335" y="253365"/>
            <a:ext cx="3895725" cy="43815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矩形 7"/>
          <p:cNvSpPr/>
          <p:nvPr userDrawn="1"/>
        </p:nvSpPr>
        <p:spPr>
          <a:xfrm>
            <a:off x="266700" y="853440"/>
            <a:ext cx="11643360" cy="4572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pic>
        <p:nvPicPr>
          <p:cNvPr id="10" name="图片 9"/>
          <p:cNvPicPr>
            <a:picLocks noChangeAspect="1"/>
          </p:cNvPicPr>
          <p:nvPr userDrawn="1"/>
        </p:nvPicPr>
        <p:blipFill>
          <a:blip r:embed="rId2"/>
          <a:stretch>
            <a:fillRect/>
          </a:stretch>
        </p:blipFill>
        <p:spPr>
          <a:xfrm>
            <a:off x="8014335" y="253365"/>
            <a:ext cx="3895725" cy="438150"/>
          </a:xfrm>
          <a:prstGeom prst="rect">
            <a:avLst/>
          </a:prstGeom>
        </p:spPr>
      </p:pic>
      <p:sp>
        <p:nvSpPr>
          <p:cNvPr id="2" name="矩形 1"/>
          <p:cNvSpPr/>
          <p:nvPr userDrawn="1"/>
        </p:nvSpPr>
        <p:spPr>
          <a:xfrm>
            <a:off x="266700" y="6118860"/>
            <a:ext cx="1341120" cy="518160"/>
          </a:xfrm>
          <a:prstGeom prst="rect">
            <a:avLst/>
          </a:prstGeom>
          <a:solidFill>
            <a:schemeClr val="accent1">
              <a:lumMod val="60000"/>
              <a:lumOff val="40000"/>
              <a:alpha val="6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ea typeface="Yu Gothic UI Semilight" panose="020B0400000000000000" pitchFamily="34" charset="-128"/>
                <a:cs typeface="Times New Roman" panose="02020603050405020304" pitchFamily="18" charset="0"/>
              </a:rPr>
              <a:t>DMIIP</a:t>
            </a:r>
            <a:endParaRPr lang="zh-CN" altLang="en-US" sz="2800" b="0" dirty="0">
              <a:latin typeface="Times New Roman" panose="02020603050405020304" pitchFamily="18" charset="0"/>
              <a:ea typeface="Yu Gothic UI Semilight" panose="020B0400000000000000" pitchFamily="34" charset="-128"/>
              <a:cs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7F2838-56A9-47F4-ABA1-6D05F24DEAD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217321-3CDC-44A6-8C9A-FAA7B170F24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3.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D997B5FA-0921-464F-AAE1-844C04324D75}"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微软雅黑" panose="020B0503020204020204" pitchFamily="34"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565CE74E-AB26-4998-AD42-012C4C1AD076}"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7F2838-56A9-47F4-ABA1-6D05F24DEAD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217321-3CDC-44A6-8C9A-FAA7B170F24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2.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6" Type="http://schemas.openxmlformats.org/officeDocument/2006/relationships/notesSlide" Target="../notesSlides/notesSlide6.xml"/><Relationship Id="rId45" Type="http://schemas.openxmlformats.org/officeDocument/2006/relationships/slideLayout" Target="../slideLayouts/slideLayout2.xml"/><Relationship Id="rId44" Type="http://schemas.openxmlformats.org/officeDocument/2006/relationships/tags" Target="../tags/tag47.xml"/><Relationship Id="rId43" Type="http://schemas.openxmlformats.org/officeDocument/2006/relationships/tags" Target="../tags/tag46.xml"/><Relationship Id="rId42" Type="http://schemas.openxmlformats.org/officeDocument/2006/relationships/tags" Target="../tags/tag45.xml"/><Relationship Id="rId41" Type="http://schemas.openxmlformats.org/officeDocument/2006/relationships/tags" Target="../tags/tag44.xml"/><Relationship Id="rId40" Type="http://schemas.openxmlformats.org/officeDocument/2006/relationships/tags" Target="../tags/tag43.xml"/><Relationship Id="rId4" Type="http://schemas.openxmlformats.org/officeDocument/2006/relationships/tags" Target="../tags/tag7.xml"/><Relationship Id="rId39" Type="http://schemas.openxmlformats.org/officeDocument/2006/relationships/tags" Target="../tags/tag42.xml"/><Relationship Id="rId38" Type="http://schemas.openxmlformats.org/officeDocument/2006/relationships/tags" Target="../tags/tag41.xml"/><Relationship Id="rId37" Type="http://schemas.openxmlformats.org/officeDocument/2006/relationships/tags" Target="../tags/tag40.xml"/><Relationship Id="rId36" Type="http://schemas.openxmlformats.org/officeDocument/2006/relationships/tags" Target="../tags/tag39.xml"/><Relationship Id="rId35" Type="http://schemas.openxmlformats.org/officeDocument/2006/relationships/tags" Target="../tags/tag38.xml"/><Relationship Id="rId34" Type="http://schemas.openxmlformats.org/officeDocument/2006/relationships/tags" Target="../tags/tag37.xml"/><Relationship Id="rId33" Type="http://schemas.openxmlformats.org/officeDocument/2006/relationships/tags" Target="../tags/tag36.xml"/><Relationship Id="rId32" Type="http://schemas.openxmlformats.org/officeDocument/2006/relationships/tags" Target="../tags/tag35.xml"/><Relationship Id="rId31" Type="http://schemas.openxmlformats.org/officeDocument/2006/relationships/tags" Target="../tags/tag34.xml"/><Relationship Id="rId30" Type="http://schemas.openxmlformats.org/officeDocument/2006/relationships/tags" Target="../tags/tag33.xml"/><Relationship Id="rId3" Type="http://schemas.openxmlformats.org/officeDocument/2006/relationships/tags" Target="../tags/tag6.xml"/><Relationship Id="rId29" Type="http://schemas.openxmlformats.org/officeDocument/2006/relationships/tags" Target="../tags/tag32.xml"/><Relationship Id="rId28" Type="http://schemas.openxmlformats.org/officeDocument/2006/relationships/tags" Target="../tags/tag31.xml"/><Relationship Id="rId27" Type="http://schemas.openxmlformats.org/officeDocument/2006/relationships/tags" Target="../tags/tag30.xml"/><Relationship Id="rId26" Type="http://schemas.openxmlformats.org/officeDocument/2006/relationships/tags" Target="../tags/tag29.xml"/><Relationship Id="rId25" Type="http://schemas.openxmlformats.org/officeDocument/2006/relationships/tags" Target="../tags/tag28.xml"/><Relationship Id="rId24" Type="http://schemas.openxmlformats.org/officeDocument/2006/relationships/tags" Target="../tags/tag27.xml"/><Relationship Id="rId23" Type="http://schemas.openxmlformats.org/officeDocument/2006/relationships/tags" Target="../tags/tag26.xml"/><Relationship Id="rId22" Type="http://schemas.openxmlformats.org/officeDocument/2006/relationships/tags" Target="../tags/tag25.xml"/><Relationship Id="rId21" Type="http://schemas.openxmlformats.org/officeDocument/2006/relationships/tags" Target="../tags/tag24.xml"/><Relationship Id="rId20" Type="http://schemas.openxmlformats.org/officeDocument/2006/relationships/tags" Target="../tags/tag23.xml"/><Relationship Id="rId2" Type="http://schemas.openxmlformats.org/officeDocument/2006/relationships/tags" Target="../tags/tag5.xml"/><Relationship Id="rId19" Type="http://schemas.openxmlformats.org/officeDocument/2006/relationships/tags" Target="../tags/tag22.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15415" y="1727835"/>
            <a:ext cx="9859010" cy="1198880"/>
          </a:xfrm>
          <a:prstGeom prst="rect">
            <a:avLst/>
          </a:prstGeom>
          <a:noFill/>
        </p:spPr>
        <p:txBody>
          <a:bodyPr wrap="square" rtlCol="0">
            <a:spAutoFit/>
          </a:bodyPr>
          <a:p>
            <a:r>
              <a:rPr sz="3600"/>
              <a:t>Research and application of protein function prediction algorithms</a:t>
            </a:r>
            <a:endParaRPr sz="3600"/>
          </a:p>
        </p:txBody>
      </p:sp>
      <p:sp>
        <p:nvSpPr>
          <p:cNvPr id="11" name="文本框 10"/>
          <p:cNvSpPr txBox="1"/>
          <p:nvPr/>
        </p:nvSpPr>
        <p:spPr>
          <a:xfrm>
            <a:off x="6835140" y="4786630"/>
            <a:ext cx="4646930" cy="706755"/>
          </a:xfrm>
          <a:prstGeom prst="rect">
            <a:avLst/>
          </a:prstGeom>
          <a:noFill/>
        </p:spPr>
        <p:txBody>
          <a:bodyPr wrap="square" rtlCol="0">
            <a:spAutoFit/>
          </a:bodyPr>
          <a:p>
            <a:r>
              <a:rPr lang="en-US" altLang="zh-CN" sz="2000"/>
              <a:t>Hancheng Liu</a:t>
            </a:r>
            <a:endParaRPr lang="en-US" altLang="zh-CN" sz="2000"/>
          </a:p>
          <a:p>
            <a:r>
              <a:rPr lang="en-US" altLang="zh-CN" sz="2000"/>
              <a:t>2024.07.11</a:t>
            </a:r>
            <a:endParaRPr lang="en-US" altLang="zh-CN"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菱形 3"/>
          <p:cNvSpPr/>
          <p:nvPr/>
        </p:nvSpPr>
        <p:spPr>
          <a:xfrm>
            <a:off x="701040" y="464820"/>
            <a:ext cx="137160" cy="129540"/>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82038" y="238005"/>
            <a:ext cx="5985333" cy="583565"/>
          </a:xfrm>
          <a:prstGeom prst="rect">
            <a:avLst/>
          </a:prstGeom>
          <a:noFill/>
        </p:spPr>
        <p:txBody>
          <a:bodyPr wrap="square" rtlCol="0">
            <a:spAutoFit/>
          </a:bodyPr>
          <a:lstStyle/>
          <a:p>
            <a:r>
              <a:rPr lang="en-US" altLang="zh-CN" sz="3200" dirty="0">
                <a:latin typeface="+mj-lt"/>
              </a:rPr>
              <a:t>Background</a:t>
            </a:r>
            <a:endParaRPr lang="en-US" altLang="zh-CN" sz="3200" dirty="0">
              <a:latin typeface="+mj-lt"/>
            </a:endParaRPr>
          </a:p>
        </p:txBody>
      </p:sp>
      <p:pic>
        <p:nvPicPr>
          <p:cNvPr id="11" name="图片 2"/>
          <p:cNvPicPr>
            <a:picLocks noChangeAspect="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7951470" y="1647825"/>
            <a:ext cx="3976370" cy="4750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custDataLst>
              <p:tags r:id="rId3"/>
            </p:custDataLst>
          </p:nvPr>
        </p:nvSpPr>
        <p:spPr>
          <a:xfrm>
            <a:off x="253365" y="3248025"/>
            <a:ext cx="3952875" cy="3230245"/>
          </a:xfrm>
          <a:prstGeom prst="rect">
            <a:avLst/>
          </a:prstGeom>
        </p:spPr>
        <p:txBody>
          <a:bodyPr wrap="square">
            <a:spAutoFit/>
          </a:bodyPr>
          <a:p>
            <a:pPr marL="342900" indent="-342900" fontAlgn="base">
              <a:spcBef>
                <a:spcPct val="0"/>
              </a:spcBef>
              <a:spcAft>
                <a:spcPct val="0"/>
              </a:spcAft>
              <a:buFont typeface="Wingdings" panose="05000000000000000000" pitchFamily="2" charset="2"/>
              <a:buChar char="n"/>
            </a:pPr>
            <a:r>
              <a:rPr kumimoji="1" lang="zh-CN" altLang="en-US" sz="2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Challenges：</a:t>
            </a:r>
            <a:endParaRPr kumimoji="1" lang="en-US" altLang="zh-CN" sz="2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l" fontAlgn="base">
              <a:spcBef>
                <a:spcPct val="0"/>
              </a:spcBef>
              <a:spcAft>
                <a:spcPct val="0"/>
              </a:spcAft>
              <a:buFont typeface="Wingdings" panose="05000000000000000000" pitchFamily="2" charset="2"/>
              <a:buChar char="p"/>
            </a:pPr>
            <a:r>
              <a:rPr sz="2000" dirty="0">
                <a:latin typeface="Times New Roman" panose="02020603050405020304" pitchFamily="18" charset="0"/>
                <a:ea typeface="微软雅黑" panose="020B0503020204020204" pitchFamily="34" charset="-122"/>
                <a:cs typeface="Times New Roman" panose="02020603050405020304" pitchFamily="18" charset="0"/>
              </a:rPr>
              <a:t>Protein sequences: over 200 million.</a:t>
            </a:r>
            <a:endParaRPr sz="20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l" fontAlgn="base">
              <a:spcBef>
                <a:spcPct val="0"/>
              </a:spcBef>
              <a:spcAft>
                <a:spcPct val="0"/>
              </a:spcAft>
              <a:buFont typeface="Wingdings" panose="05000000000000000000" pitchFamily="2" charset="2"/>
              <a:buChar char="p"/>
            </a:pPr>
            <a:r>
              <a:rPr sz="2000" dirty="0">
                <a:latin typeface="Times New Roman" panose="02020603050405020304" pitchFamily="18" charset="0"/>
                <a:ea typeface="微软雅黑" panose="020B0503020204020204" pitchFamily="34" charset="-122"/>
                <a:cs typeface="Times New Roman" panose="02020603050405020304" pitchFamily="18" charset="0"/>
              </a:rPr>
              <a:t>Proteins with experimentally annotated functions: around 200,000.</a:t>
            </a:r>
            <a:endParaRPr sz="20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l" fontAlgn="base">
              <a:spcBef>
                <a:spcPct val="0"/>
              </a:spcBef>
              <a:spcAft>
                <a:spcPct val="0"/>
              </a:spcAft>
              <a:buFont typeface="Wingdings" panose="05000000000000000000" pitchFamily="2" charset="2"/>
              <a:buChar char="p"/>
            </a:pPr>
            <a:r>
              <a:rPr lang="en-US" altLang="zh-CN" sz="2000" dirty="0">
                <a:sym typeface="+mn-ea"/>
              </a:rPr>
              <a:t>T</a:t>
            </a:r>
            <a:r>
              <a:rPr lang="zh-CN" altLang="en-US" sz="2000" dirty="0">
                <a:sym typeface="+mn-ea"/>
              </a:rPr>
              <a:t>he gap between the growing number of protein sequences and limited known functional annotations.</a:t>
            </a:r>
            <a:endPar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p:cNvSpPr txBox="1"/>
          <p:nvPr>
            <p:custDataLst>
              <p:tags r:id="rId4"/>
            </p:custDataLst>
          </p:nvPr>
        </p:nvSpPr>
        <p:spPr>
          <a:xfrm>
            <a:off x="253365" y="1390650"/>
            <a:ext cx="4032250" cy="1076325"/>
          </a:xfrm>
          <a:prstGeom prst="rect">
            <a:avLst/>
          </a:prstGeom>
          <a:noFill/>
        </p:spPr>
        <p:txBody>
          <a:bodyPr wrap="square" rtlCol="0">
            <a:spAutoFit/>
          </a:bodyPr>
          <a:p>
            <a:pPr marL="342900" indent="-342900" fontAlgn="base">
              <a:spcBef>
                <a:spcPct val="0"/>
              </a:spcBef>
              <a:spcAft>
                <a:spcPct val="0"/>
              </a:spcAft>
              <a:buFont typeface="Wingdings" panose="05000000000000000000" pitchFamily="2" charset="2"/>
              <a:buChar char="n"/>
            </a:pPr>
            <a:r>
              <a:rPr kumimoji="1" lang="zh-CN" altLang="en-US" sz="2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Significance：</a:t>
            </a:r>
            <a:endParaRPr kumimoji="1" lang="en-US" altLang="zh-CN" sz="2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l" fontAlgn="base">
              <a:spcBef>
                <a:spcPct val="0"/>
              </a:spcBef>
              <a:spcAft>
                <a:spcPct val="0"/>
              </a:spcAft>
              <a:buFont typeface="Wingdings" panose="05000000000000000000" pitchFamily="2" charset="2"/>
              <a:buChar char="p"/>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Elucidating disease mechanisms</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fontAlgn="base">
              <a:spcBef>
                <a:spcPct val="0"/>
              </a:spcBef>
              <a:spcAft>
                <a:spcPct val="0"/>
              </a:spcAft>
              <a:buFont typeface="Wingdings" panose="05000000000000000000" pitchFamily="2" charset="2"/>
              <a:buChar char="p"/>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Designing proteins and drugs.</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5"/>
          <a:stretch>
            <a:fillRect/>
          </a:stretch>
        </p:blipFill>
        <p:spPr>
          <a:xfrm>
            <a:off x="4188460" y="1965325"/>
            <a:ext cx="3763010" cy="3754120"/>
          </a:xfrm>
          <a:prstGeom prst="rect">
            <a:avLst/>
          </a:prstGeom>
        </p:spPr>
      </p:pic>
      <p:sp>
        <p:nvSpPr>
          <p:cNvPr id="3" name="文本框 2"/>
          <p:cNvSpPr txBox="1"/>
          <p:nvPr/>
        </p:nvSpPr>
        <p:spPr>
          <a:xfrm>
            <a:off x="8841105" y="1270000"/>
            <a:ext cx="3258185" cy="368300"/>
          </a:xfrm>
          <a:prstGeom prst="rect">
            <a:avLst/>
          </a:prstGeom>
          <a:noFill/>
        </p:spPr>
        <p:txBody>
          <a:bodyPr wrap="square" rtlCol="0" anchor="t">
            <a:spAutoFit/>
          </a:bodyPr>
          <a:p>
            <a:r>
              <a:rPr lang="zh-CN" altLang="en-US"/>
              <a:t>Gene Ontology (GO)</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菱形 3"/>
          <p:cNvSpPr/>
          <p:nvPr/>
        </p:nvSpPr>
        <p:spPr>
          <a:xfrm>
            <a:off x="701040" y="464820"/>
            <a:ext cx="137160" cy="129540"/>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82038" y="238005"/>
            <a:ext cx="5985333" cy="583565"/>
          </a:xfrm>
          <a:prstGeom prst="rect">
            <a:avLst/>
          </a:prstGeom>
          <a:noFill/>
        </p:spPr>
        <p:txBody>
          <a:bodyPr wrap="square" rtlCol="0">
            <a:spAutoFit/>
          </a:bodyPr>
          <a:lstStyle/>
          <a:p>
            <a:r>
              <a:rPr lang="en-US" altLang="zh-CN" sz="3200" dirty="0">
                <a:latin typeface="+mj-lt"/>
              </a:rPr>
              <a:t>Multi-label classification</a:t>
            </a:r>
            <a:endParaRPr lang="en-US" altLang="zh-CN" sz="3200" dirty="0">
              <a:latin typeface="+mj-lt"/>
            </a:endParaRPr>
          </a:p>
        </p:txBody>
      </p:sp>
      <p:pic>
        <p:nvPicPr>
          <p:cNvPr id="7" name="图片 6"/>
          <p:cNvPicPr>
            <a:picLocks noChangeAspect="1"/>
          </p:cNvPicPr>
          <p:nvPr/>
        </p:nvPicPr>
        <p:blipFill>
          <a:blip r:embed="rId1"/>
          <a:stretch>
            <a:fillRect/>
          </a:stretch>
        </p:blipFill>
        <p:spPr>
          <a:xfrm>
            <a:off x="3463290" y="3996690"/>
            <a:ext cx="5855970" cy="1649730"/>
          </a:xfrm>
          <a:prstGeom prst="rect">
            <a:avLst/>
          </a:prstGeom>
        </p:spPr>
      </p:pic>
      <p:pic>
        <p:nvPicPr>
          <p:cNvPr id="8" name="图片 7"/>
          <p:cNvPicPr>
            <a:picLocks noChangeAspect="1"/>
          </p:cNvPicPr>
          <p:nvPr/>
        </p:nvPicPr>
        <p:blipFill>
          <a:blip r:embed="rId2"/>
          <a:srcRect b="3135"/>
          <a:stretch>
            <a:fillRect/>
          </a:stretch>
        </p:blipFill>
        <p:spPr>
          <a:xfrm>
            <a:off x="614680" y="2493010"/>
            <a:ext cx="2762250" cy="998855"/>
          </a:xfrm>
          <a:prstGeom prst="rect">
            <a:avLst/>
          </a:prstGeom>
        </p:spPr>
      </p:pic>
      <p:sp>
        <p:nvSpPr>
          <p:cNvPr id="9" name="下箭头 8"/>
          <p:cNvSpPr/>
          <p:nvPr/>
        </p:nvSpPr>
        <p:spPr>
          <a:xfrm>
            <a:off x="1709420" y="3695065"/>
            <a:ext cx="504825" cy="495935"/>
          </a:xfrm>
          <a:prstGeom prst="down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838200" y="4579620"/>
            <a:ext cx="2583180" cy="368300"/>
          </a:xfrm>
          <a:prstGeom prst="rect">
            <a:avLst/>
          </a:prstGeom>
          <a:noFill/>
        </p:spPr>
        <p:txBody>
          <a:bodyPr wrap="square" rtlCol="0">
            <a:spAutoFit/>
          </a:bodyPr>
          <a:p>
            <a:r>
              <a:rPr lang="en-US" altLang="zh-CN"/>
              <a:t>[1.4,  0.8,  0.3..., 1.5, 1.8]</a:t>
            </a:r>
            <a:endParaRPr lang="en-US" altLang="zh-CN"/>
          </a:p>
        </p:txBody>
      </p:sp>
      <p:sp>
        <p:nvSpPr>
          <p:cNvPr id="12" name="文本框 11"/>
          <p:cNvSpPr txBox="1"/>
          <p:nvPr/>
        </p:nvSpPr>
        <p:spPr>
          <a:xfrm>
            <a:off x="8341360" y="5554345"/>
            <a:ext cx="912495" cy="368300"/>
          </a:xfrm>
          <a:prstGeom prst="rect">
            <a:avLst/>
          </a:prstGeom>
          <a:noFill/>
        </p:spPr>
        <p:txBody>
          <a:bodyPr wrap="square" rtlCol="0">
            <a:spAutoFit/>
          </a:bodyPr>
          <a:p>
            <a:r>
              <a:rPr lang="en-US" altLang="zh-CN"/>
              <a:t>···</a:t>
            </a:r>
            <a:endParaRPr lang="en-US" altLang="zh-CN"/>
          </a:p>
        </p:txBody>
      </p:sp>
      <p:sp>
        <p:nvSpPr>
          <p:cNvPr id="17" name="文本框 16"/>
          <p:cNvSpPr txBox="1"/>
          <p:nvPr/>
        </p:nvSpPr>
        <p:spPr>
          <a:xfrm>
            <a:off x="9608820" y="3502025"/>
            <a:ext cx="2583180" cy="368300"/>
          </a:xfrm>
          <a:prstGeom prst="rect">
            <a:avLst/>
          </a:prstGeom>
          <a:noFill/>
        </p:spPr>
        <p:txBody>
          <a:bodyPr wrap="square" rtlCol="0">
            <a:spAutoFit/>
          </a:bodyPr>
          <a:p>
            <a:r>
              <a:rPr lang="en-US" altLang="zh-CN"/>
              <a:t>label [1,  1, ..., 0]</a:t>
            </a:r>
            <a:endParaRPr lang="en-US" altLang="zh-CN"/>
          </a:p>
        </p:txBody>
      </p:sp>
      <p:sp>
        <p:nvSpPr>
          <p:cNvPr id="18" name="文本框 17"/>
          <p:cNvSpPr txBox="1"/>
          <p:nvPr/>
        </p:nvSpPr>
        <p:spPr>
          <a:xfrm>
            <a:off x="9634220" y="2415540"/>
            <a:ext cx="6096000" cy="1198880"/>
          </a:xfrm>
          <a:prstGeom prst="rect">
            <a:avLst/>
          </a:prstGeom>
          <a:noFill/>
        </p:spPr>
        <p:txBody>
          <a:bodyPr wrap="square" rtlCol="0" anchor="t">
            <a:spAutoFit/>
          </a:bodyPr>
          <a:p>
            <a:r>
              <a:rPr lang="zh-CN" altLang="en-US"/>
              <a:t>GO:0005515</a:t>
            </a:r>
            <a:endParaRPr lang="zh-CN" altLang="en-US"/>
          </a:p>
          <a:p>
            <a:r>
              <a:rPr lang="zh-CN" altLang="en-US"/>
              <a:t>GO:0031490</a:t>
            </a:r>
            <a:endParaRPr lang="zh-CN" altLang="en-US"/>
          </a:p>
          <a:p>
            <a:r>
              <a:rPr lang="en-US" altLang="zh-CN">
                <a:sym typeface="+mn-ea"/>
              </a:rPr>
              <a:t>...</a:t>
            </a:r>
            <a:endParaRPr lang="en-US" altLang="zh-CN">
              <a:sym typeface="+mn-ea"/>
            </a:endParaRPr>
          </a:p>
          <a:p>
            <a:endParaRPr lang="zh-CN" altLang="en-US"/>
          </a:p>
        </p:txBody>
      </p:sp>
      <p:sp>
        <p:nvSpPr>
          <p:cNvPr id="31" name="文本框 30"/>
          <p:cNvSpPr txBox="1"/>
          <p:nvPr/>
        </p:nvSpPr>
        <p:spPr>
          <a:xfrm>
            <a:off x="1448435" y="1488440"/>
            <a:ext cx="1783080" cy="521970"/>
          </a:xfrm>
          <a:prstGeom prst="rect">
            <a:avLst/>
          </a:prstGeom>
          <a:noFill/>
        </p:spPr>
        <p:txBody>
          <a:bodyPr wrap="square" rtlCol="0">
            <a:spAutoFit/>
          </a:bodyPr>
          <a:p>
            <a:r>
              <a:rPr lang="en-US" altLang="zh-CN" sz="2800"/>
              <a:t>Input</a:t>
            </a:r>
            <a:endParaRPr lang="en-US" altLang="zh-CN" sz="2800"/>
          </a:p>
        </p:txBody>
      </p:sp>
      <p:sp>
        <p:nvSpPr>
          <p:cNvPr id="32" name="文本框 31"/>
          <p:cNvSpPr txBox="1"/>
          <p:nvPr/>
        </p:nvSpPr>
        <p:spPr>
          <a:xfrm>
            <a:off x="5830570" y="1488440"/>
            <a:ext cx="1783080" cy="521970"/>
          </a:xfrm>
          <a:prstGeom prst="rect">
            <a:avLst/>
          </a:prstGeom>
          <a:noFill/>
        </p:spPr>
        <p:txBody>
          <a:bodyPr wrap="square" rtlCol="0">
            <a:spAutoFit/>
          </a:bodyPr>
          <a:p>
            <a:r>
              <a:rPr lang="en-US" altLang="zh-CN" sz="2800"/>
              <a:t>Model</a:t>
            </a:r>
            <a:endParaRPr lang="en-US" altLang="zh-CN" sz="2800"/>
          </a:p>
        </p:txBody>
      </p:sp>
      <p:sp>
        <p:nvSpPr>
          <p:cNvPr id="33" name="文本框 32"/>
          <p:cNvSpPr txBox="1"/>
          <p:nvPr/>
        </p:nvSpPr>
        <p:spPr>
          <a:xfrm>
            <a:off x="9933305" y="1484630"/>
            <a:ext cx="1783080" cy="521970"/>
          </a:xfrm>
          <a:prstGeom prst="rect">
            <a:avLst/>
          </a:prstGeom>
          <a:noFill/>
        </p:spPr>
        <p:txBody>
          <a:bodyPr wrap="square" rtlCol="0">
            <a:spAutoFit/>
          </a:bodyPr>
          <a:p>
            <a:r>
              <a:rPr lang="en-US" altLang="zh-CN" sz="2800"/>
              <a:t>Out</a:t>
            </a:r>
            <a:r>
              <a:rPr lang="en-US" altLang="zh-CN" sz="2800"/>
              <a:t>put</a:t>
            </a:r>
            <a:endParaRPr lang="en-US" altLang="zh-CN" sz="2800"/>
          </a:p>
        </p:txBody>
      </p:sp>
      <p:sp>
        <p:nvSpPr>
          <p:cNvPr id="34" name="矩形 33"/>
          <p:cNvSpPr/>
          <p:nvPr/>
        </p:nvSpPr>
        <p:spPr>
          <a:xfrm>
            <a:off x="627380" y="1405255"/>
            <a:ext cx="2810510" cy="507555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n>
                <a:solidFill>
                  <a:schemeClr val="tx1"/>
                </a:solidFill>
                <a:prstDash val="dashDot"/>
              </a:ln>
            </a:endParaRPr>
          </a:p>
        </p:txBody>
      </p:sp>
      <p:sp>
        <p:nvSpPr>
          <p:cNvPr id="35" name="矩形 34"/>
          <p:cNvSpPr/>
          <p:nvPr/>
        </p:nvSpPr>
        <p:spPr>
          <a:xfrm>
            <a:off x="3649980" y="1405255"/>
            <a:ext cx="5596255" cy="5075555"/>
          </a:xfrm>
          <a:prstGeom prst="rect">
            <a:avLst/>
          </a:prstGeom>
          <a:noFill/>
          <a:ln>
            <a:solidFill>
              <a:schemeClr val="tx1"/>
            </a:solidFill>
            <a:prstDash val="dash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矩形 35"/>
          <p:cNvSpPr/>
          <p:nvPr/>
        </p:nvSpPr>
        <p:spPr>
          <a:xfrm>
            <a:off x="9395460" y="1405255"/>
            <a:ext cx="2385695" cy="507555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文本框 37"/>
          <p:cNvSpPr txBox="1"/>
          <p:nvPr/>
        </p:nvSpPr>
        <p:spPr>
          <a:xfrm>
            <a:off x="9391650" y="4579620"/>
            <a:ext cx="2583180" cy="368300"/>
          </a:xfrm>
          <a:prstGeom prst="rect">
            <a:avLst/>
          </a:prstGeom>
          <a:noFill/>
        </p:spPr>
        <p:txBody>
          <a:bodyPr wrap="square" rtlCol="0">
            <a:spAutoFit/>
          </a:bodyPr>
          <a:p>
            <a:r>
              <a:rPr lang="en-US" altLang="zh-CN"/>
              <a:t>output [0.6,  0.8, ..., 0.2]</a:t>
            </a:r>
            <a:endParaRPr lang="en-US" altLang="zh-CN"/>
          </a:p>
        </p:txBody>
      </p:sp>
      <p:sp>
        <p:nvSpPr>
          <p:cNvPr id="39" name="上下箭头 38"/>
          <p:cNvSpPr/>
          <p:nvPr/>
        </p:nvSpPr>
        <p:spPr>
          <a:xfrm>
            <a:off x="10404475" y="4015740"/>
            <a:ext cx="236220" cy="418465"/>
          </a:xfrm>
          <a:prstGeom prst="upDown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文本框 39"/>
          <p:cNvSpPr txBox="1"/>
          <p:nvPr/>
        </p:nvSpPr>
        <p:spPr>
          <a:xfrm>
            <a:off x="10568305" y="4054475"/>
            <a:ext cx="2583180" cy="368300"/>
          </a:xfrm>
          <a:prstGeom prst="rect">
            <a:avLst/>
          </a:prstGeom>
          <a:noFill/>
        </p:spPr>
        <p:txBody>
          <a:bodyPr wrap="square" rtlCol="0">
            <a:spAutoFit/>
          </a:bodyPr>
          <a:p>
            <a:r>
              <a:rPr lang="en-US" altLang="zh-CN"/>
              <a:t>loss</a:t>
            </a:r>
            <a:endParaRPr lang="en-US" altLang="zh-CN"/>
          </a:p>
        </p:txBody>
      </p:sp>
      <p:sp>
        <p:nvSpPr>
          <p:cNvPr id="42" name="文本框 41"/>
          <p:cNvSpPr txBox="1"/>
          <p:nvPr/>
        </p:nvSpPr>
        <p:spPr>
          <a:xfrm>
            <a:off x="2196465" y="3721735"/>
            <a:ext cx="2583180" cy="368300"/>
          </a:xfrm>
          <a:prstGeom prst="rect">
            <a:avLst/>
          </a:prstGeom>
          <a:noFill/>
        </p:spPr>
        <p:txBody>
          <a:bodyPr wrap="square" rtlCol="0">
            <a:spAutoFit/>
          </a:bodyPr>
          <a:p>
            <a:r>
              <a:rPr lang="en-US" altLang="zh-CN"/>
              <a:t>encoding</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菱形 3"/>
          <p:cNvSpPr/>
          <p:nvPr/>
        </p:nvSpPr>
        <p:spPr>
          <a:xfrm>
            <a:off x="701040" y="464820"/>
            <a:ext cx="137160" cy="129540"/>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82040" y="238125"/>
            <a:ext cx="6700520" cy="583565"/>
          </a:xfrm>
          <a:prstGeom prst="rect">
            <a:avLst/>
          </a:prstGeom>
          <a:noFill/>
        </p:spPr>
        <p:txBody>
          <a:bodyPr wrap="square" rtlCol="0">
            <a:spAutoFit/>
          </a:bodyPr>
          <a:lstStyle/>
          <a:p>
            <a:r>
              <a:rPr lang="en-US" altLang="zh-CN" sz="3200" dirty="0">
                <a:latin typeface="+mj-lt"/>
              </a:rPr>
              <a:t>Protein function prediction methods</a:t>
            </a:r>
            <a:endParaRPr lang="en-US" altLang="zh-CN" sz="3200" dirty="0">
              <a:latin typeface="+mj-lt"/>
            </a:endParaRPr>
          </a:p>
        </p:txBody>
      </p:sp>
      <p:pic>
        <p:nvPicPr>
          <p:cNvPr id="7" name="图片 6"/>
          <p:cNvPicPr>
            <a:picLocks noChangeAspect="1"/>
          </p:cNvPicPr>
          <p:nvPr/>
        </p:nvPicPr>
        <p:blipFill>
          <a:blip r:embed="rId1"/>
          <a:srcRect t="2629"/>
          <a:stretch>
            <a:fillRect/>
          </a:stretch>
        </p:blipFill>
        <p:spPr>
          <a:xfrm>
            <a:off x="1082040" y="1092835"/>
            <a:ext cx="9214485" cy="5267960"/>
          </a:xfrm>
          <a:prstGeom prst="rect">
            <a:avLst/>
          </a:prstGeom>
        </p:spPr>
      </p:pic>
      <p:sp>
        <p:nvSpPr>
          <p:cNvPr id="2" name="文本框 1"/>
          <p:cNvSpPr txBox="1"/>
          <p:nvPr/>
        </p:nvSpPr>
        <p:spPr>
          <a:xfrm>
            <a:off x="962660" y="6539230"/>
            <a:ext cx="11637645" cy="306705"/>
          </a:xfrm>
          <a:prstGeom prst="rect">
            <a:avLst/>
          </a:prstGeom>
          <a:noFill/>
        </p:spPr>
        <p:txBody>
          <a:bodyPr wrap="square" rtlCol="0" anchor="t">
            <a:spAutoFit/>
          </a:bodyPr>
          <a:p>
            <a:r>
              <a:rPr lang="zh-CN" altLang="en-US" sz="1400"/>
              <a:t>Wang W, Shuai Y, Yang Q, et al. A comprehensive computational benchmark for evaluating deep learning-based protein function prediction approaches[J]. </a:t>
            </a:r>
            <a:endParaRPr lang="zh-CN" alt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菱形 3"/>
          <p:cNvSpPr/>
          <p:nvPr/>
        </p:nvSpPr>
        <p:spPr>
          <a:xfrm>
            <a:off x="701040" y="464820"/>
            <a:ext cx="137160" cy="129540"/>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82040" y="238125"/>
            <a:ext cx="7129145" cy="583565"/>
          </a:xfrm>
          <a:prstGeom prst="rect">
            <a:avLst/>
          </a:prstGeom>
          <a:noFill/>
        </p:spPr>
        <p:txBody>
          <a:bodyPr wrap="square" rtlCol="0">
            <a:spAutoFit/>
          </a:bodyPr>
          <a:lstStyle/>
          <a:p>
            <a:r>
              <a:rPr lang="en-US" altLang="zh-CN" sz="3200" dirty="0">
                <a:latin typeface="+mj-lt"/>
              </a:rPr>
              <a:t>Protein Function Prediction Competition</a:t>
            </a:r>
            <a:endParaRPr lang="en-US" altLang="zh-CN" sz="3200" dirty="0">
              <a:latin typeface="+mj-lt"/>
            </a:endParaRPr>
          </a:p>
        </p:txBody>
      </p:sp>
      <p:pic>
        <p:nvPicPr>
          <p:cNvPr id="9" name="图片 8"/>
          <p:cNvPicPr>
            <a:picLocks noChangeAspect="1"/>
          </p:cNvPicPr>
          <p:nvPr/>
        </p:nvPicPr>
        <p:blipFill>
          <a:blip r:embed="rId1"/>
          <a:srcRect r="1519"/>
          <a:stretch>
            <a:fillRect/>
          </a:stretch>
        </p:blipFill>
        <p:spPr>
          <a:xfrm>
            <a:off x="885825" y="1516380"/>
            <a:ext cx="10652125" cy="5341620"/>
          </a:xfrm>
          <a:prstGeom prst="rect">
            <a:avLst/>
          </a:prstGeom>
        </p:spPr>
      </p:pic>
      <p:sp>
        <p:nvSpPr>
          <p:cNvPr id="2" name="文本框 1"/>
          <p:cNvSpPr txBox="1"/>
          <p:nvPr/>
        </p:nvSpPr>
        <p:spPr>
          <a:xfrm>
            <a:off x="997585" y="1099185"/>
            <a:ext cx="6096000" cy="368300"/>
          </a:xfrm>
          <a:prstGeom prst="rect">
            <a:avLst/>
          </a:prstGeom>
          <a:noFill/>
        </p:spPr>
        <p:txBody>
          <a:bodyPr wrap="square" rtlCol="0" anchor="t">
            <a:spAutoFit/>
          </a:bodyPr>
          <a:p>
            <a:r>
              <a:rPr lang="zh-CN" altLang="en-US"/>
              <a:t>Critical Assessment of Functional Annotation（</a:t>
            </a:r>
            <a:r>
              <a:rPr lang="en-US" altLang="zh-CN"/>
              <a:t>CAFA</a:t>
            </a:r>
            <a:r>
              <a:rPr lang="zh-CN" altLang="en-US"/>
              <a:t>）</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菱形 3"/>
          <p:cNvSpPr/>
          <p:nvPr/>
        </p:nvSpPr>
        <p:spPr>
          <a:xfrm>
            <a:off x="701040" y="464820"/>
            <a:ext cx="137160" cy="129540"/>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82038" y="238005"/>
            <a:ext cx="5985333" cy="583565"/>
          </a:xfrm>
          <a:prstGeom prst="rect">
            <a:avLst/>
          </a:prstGeom>
          <a:noFill/>
        </p:spPr>
        <p:txBody>
          <a:bodyPr wrap="square" rtlCol="0">
            <a:spAutoFit/>
          </a:bodyPr>
          <a:lstStyle/>
          <a:p>
            <a:r>
              <a:rPr lang="en-US" altLang="zh-CN" sz="3200" dirty="0">
                <a:latin typeface="+mj-lt"/>
              </a:rPr>
              <a:t>Project Planning</a:t>
            </a:r>
            <a:endParaRPr lang="en-US" altLang="zh-CN" sz="3200" dirty="0">
              <a:latin typeface="+mj-lt"/>
            </a:endParaRPr>
          </a:p>
        </p:txBody>
      </p:sp>
      <p:grpSp>
        <p:nvGrpSpPr>
          <p:cNvPr id="2" name="组合 1"/>
          <p:cNvGrpSpPr/>
          <p:nvPr>
            <p:custDataLst>
              <p:tags r:id="rId1"/>
            </p:custDataLst>
          </p:nvPr>
        </p:nvGrpSpPr>
        <p:grpSpPr>
          <a:xfrm>
            <a:off x="931324" y="3429000"/>
            <a:ext cx="10748451" cy="608779"/>
            <a:chOff x="775891" y="3399083"/>
            <a:chExt cx="10748451" cy="608779"/>
          </a:xfrm>
          <a:solidFill>
            <a:schemeClr val="accent1">
              <a:lumMod val="75000"/>
            </a:schemeClr>
          </a:solidFill>
        </p:grpSpPr>
        <p:sp>
          <p:nvSpPr>
            <p:cNvPr id="7" name="ïṡlïdê"/>
            <p:cNvSpPr/>
            <p:nvPr>
              <p:custDataLst>
                <p:tags r:id="rId2"/>
              </p:custDataLst>
            </p:nvPr>
          </p:nvSpPr>
          <p:spPr bwMode="auto">
            <a:xfrm>
              <a:off x="9187978"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lt1"/>
                </a:solidFill>
                <a:effectLst>
                  <a:outerShdw blurRad="38100" dist="38100" dir="2700000" algn="tl">
                    <a:srgbClr val="000000">
                      <a:alpha val="43137"/>
                    </a:srgbClr>
                  </a:outerShdw>
                </a:effectLst>
                <a:cs typeface="+mn-ea"/>
                <a:sym typeface="+mn-lt"/>
              </a:endParaRPr>
            </a:p>
          </p:txBody>
        </p:sp>
        <p:sp>
          <p:nvSpPr>
            <p:cNvPr id="9" name="ïsḷíde"/>
            <p:cNvSpPr/>
            <p:nvPr>
              <p:custDataLst>
                <p:tags r:id="rId3"/>
              </p:custDataLst>
            </p:nvPr>
          </p:nvSpPr>
          <p:spPr bwMode="auto">
            <a:xfrm>
              <a:off x="8779510"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sp>
          <p:nvSpPr>
            <p:cNvPr id="10" name="íŝḻïdè"/>
            <p:cNvSpPr/>
            <p:nvPr>
              <p:custDataLst>
                <p:tags r:id="rId4"/>
              </p:custDataLst>
            </p:nvPr>
          </p:nvSpPr>
          <p:spPr bwMode="auto">
            <a:xfrm>
              <a:off x="4124542" y="3400071"/>
              <a:ext cx="640330" cy="607791"/>
            </a:xfrm>
            <a:custGeom>
              <a:avLst/>
              <a:gdLst>
                <a:gd name="T0" fmla="*/ 515146 w 21528"/>
                <a:gd name="T1" fmla="*/ 632454 h 21553"/>
                <a:gd name="T2" fmla="*/ 515146 w 21528"/>
                <a:gd name="T3" fmla="*/ 632454 h 21553"/>
                <a:gd name="T4" fmla="*/ 515146 w 21528"/>
                <a:gd name="T5" fmla="*/ 632454 h 21553"/>
                <a:gd name="T6" fmla="*/ 515146 w 21528"/>
                <a:gd name="T7" fmla="*/ 632454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sp>
          <p:nvSpPr>
            <p:cNvPr id="11" name="îsḻíďè"/>
            <p:cNvSpPr/>
            <p:nvPr>
              <p:custDataLst>
                <p:tags r:id="rId5"/>
              </p:custDataLst>
            </p:nvPr>
          </p:nvSpPr>
          <p:spPr bwMode="auto">
            <a:xfrm>
              <a:off x="3716074" y="3400071"/>
              <a:ext cx="640330" cy="607791"/>
            </a:xfrm>
            <a:custGeom>
              <a:avLst/>
              <a:gdLst>
                <a:gd name="T0" fmla="*/ 515146 w 21528"/>
                <a:gd name="T1" fmla="*/ 632454 h 21553"/>
                <a:gd name="T2" fmla="*/ 515146 w 21528"/>
                <a:gd name="T3" fmla="*/ 632454 h 21553"/>
                <a:gd name="T4" fmla="*/ 515146 w 21528"/>
                <a:gd name="T5" fmla="*/ 632454 h 21553"/>
                <a:gd name="T6" fmla="*/ 515146 w 21528"/>
                <a:gd name="T7" fmla="*/ 632454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grpSp>
          <p:nvGrpSpPr>
            <p:cNvPr id="12" name="iŝlîďé"/>
            <p:cNvGrpSpPr/>
            <p:nvPr/>
          </p:nvGrpSpPr>
          <p:grpSpPr>
            <a:xfrm>
              <a:off x="3307612" y="3611716"/>
              <a:ext cx="621584" cy="183515"/>
              <a:chOff x="2710657" y="1989591"/>
              <a:chExt cx="500063" cy="147638"/>
            </a:xfrm>
            <a:grpFill/>
          </p:grpSpPr>
          <p:sp>
            <p:nvSpPr>
              <p:cNvPr id="44" name="îṧlîḍe"/>
              <p:cNvSpPr/>
              <p:nvPr>
                <p:custDataLst>
                  <p:tags r:id="rId6"/>
                </p:custDataLst>
              </p:nvPr>
            </p:nvSpPr>
            <p:spPr bwMode="auto">
              <a:xfrm rot="5400000">
                <a:off x="3095626"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45" name="îṡḻiďe"/>
              <p:cNvSpPr/>
              <p:nvPr>
                <p:custDataLst>
                  <p:tags r:id="rId7"/>
                </p:custDataLst>
              </p:nvPr>
            </p:nvSpPr>
            <p:spPr bwMode="auto">
              <a:xfrm rot="5400000">
                <a:off x="2883694"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46" name="iṡļïdé"/>
              <p:cNvSpPr/>
              <p:nvPr>
                <p:custDataLst>
                  <p:tags r:id="rId8"/>
                </p:custDataLst>
              </p:nvPr>
            </p:nvSpPr>
            <p:spPr bwMode="auto">
              <a:xfrm rot="5400000">
                <a:off x="2678113"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grpSp>
        <p:grpSp>
          <p:nvGrpSpPr>
            <p:cNvPr id="13" name="iSlíḍê"/>
            <p:cNvGrpSpPr/>
            <p:nvPr/>
          </p:nvGrpSpPr>
          <p:grpSpPr>
            <a:xfrm>
              <a:off x="8373020" y="3606992"/>
              <a:ext cx="621584" cy="183515"/>
              <a:chOff x="2710657" y="1989591"/>
              <a:chExt cx="500063" cy="147638"/>
            </a:xfrm>
            <a:grpFill/>
          </p:grpSpPr>
          <p:sp>
            <p:nvSpPr>
              <p:cNvPr id="41" name="îṡľïdè"/>
              <p:cNvSpPr/>
              <p:nvPr>
                <p:custDataLst>
                  <p:tags r:id="rId9"/>
                </p:custDataLst>
              </p:nvPr>
            </p:nvSpPr>
            <p:spPr bwMode="auto">
              <a:xfrm rot="5400000">
                <a:off x="3095626"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42" name="î$ḷîḓé"/>
              <p:cNvSpPr/>
              <p:nvPr>
                <p:custDataLst>
                  <p:tags r:id="rId10"/>
                </p:custDataLst>
              </p:nvPr>
            </p:nvSpPr>
            <p:spPr bwMode="auto">
              <a:xfrm rot="5400000">
                <a:off x="2883694"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43" name="i$ḷïḓé"/>
              <p:cNvSpPr/>
              <p:nvPr>
                <p:custDataLst>
                  <p:tags r:id="rId11"/>
                </p:custDataLst>
              </p:nvPr>
            </p:nvSpPr>
            <p:spPr bwMode="auto">
              <a:xfrm rot="5400000">
                <a:off x="2678113"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grpSp>
        <p:grpSp>
          <p:nvGrpSpPr>
            <p:cNvPr id="14" name="ïšḻiďe"/>
            <p:cNvGrpSpPr/>
            <p:nvPr/>
          </p:nvGrpSpPr>
          <p:grpSpPr>
            <a:xfrm>
              <a:off x="9594526" y="3399083"/>
              <a:ext cx="1075389" cy="607795"/>
              <a:chOff x="7768474" y="1747497"/>
              <a:chExt cx="865148" cy="631034"/>
            </a:xfrm>
            <a:grpFill/>
          </p:grpSpPr>
          <p:sp>
            <p:nvSpPr>
              <p:cNvPr id="39" name="ïṧ1iḓè"/>
              <p:cNvSpPr/>
              <p:nvPr>
                <p:custDataLst>
                  <p:tags r:id="rId12"/>
                </p:custDataLst>
              </p:nvPr>
            </p:nvSpPr>
            <p:spPr bwMode="auto">
              <a:xfrm>
                <a:off x="7768474" y="2054772"/>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1" fmla="*/ 12498 w 21556"/>
                  <a:gd name="connsiteY0-2" fmla="*/ 3 h 21546"/>
                  <a:gd name="connsiteX1-3" fmla="*/ 81 w 21556"/>
                  <a:gd name="connsiteY1-4" fmla="*/ 749 h 21546"/>
                  <a:gd name="connsiteX2-5" fmla="*/ 4141 w 21556"/>
                  <a:gd name="connsiteY2-6" fmla="*/ 5786 h 21546"/>
                  <a:gd name="connsiteX3-7" fmla="*/ 6171 w 21556"/>
                  <a:gd name="connsiteY3-8" fmla="*/ 8305 h 21546"/>
                  <a:gd name="connsiteX4-9" fmla="*/ 7562 w 21556"/>
                  <a:gd name="connsiteY4-10" fmla="*/ 9933 h 21546"/>
                  <a:gd name="connsiteX5-11" fmla="*/ 7792 w 21556"/>
                  <a:gd name="connsiteY5-12" fmla="*/ 10538 h 21546"/>
                  <a:gd name="connsiteX6-13" fmla="*/ 7572 w 21556"/>
                  <a:gd name="connsiteY6-14" fmla="*/ 11583 h 21546"/>
                  <a:gd name="connsiteX7-15" fmla="*/ 6171 w 21556"/>
                  <a:gd name="connsiteY7-16" fmla="*/ 13314 h 21546"/>
                  <a:gd name="connsiteX8-17" fmla="*/ 4141 w 21556"/>
                  <a:gd name="connsiteY8-18" fmla="*/ 15804 h 21546"/>
                  <a:gd name="connsiteX9-19" fmla="*/ 81 w 21556"/>
                  <a:gd name="connsiteY9-20" fmla="*/ 20785 h 21546"/>
                  <a:gd name="connsiteX10-21" fmla="*/ 81 w 21556"/>
                  <a:gd name="connsiteY10-22" fmla="*/ 21389 h 21546"/>
                  <a:gd name="connsiteX11-23" fmla="*/ 392 w 21556"/>
                  <a:gd name="connsiteY11-24" fmla="*/ 21538 h 21546"/>
                  <a:gd name="connsiteX12-25" fmla="*/ 12498 w 21556"/>
                  <a:gd name="connsiteY12-26" fmla="*/ 21538 h 21546"/>
                  <a:gd name="connsiteX13-27" fmla="*/ 13012 w 21556"/>
                  <a:gd name="connsiteY13-28" fmla="*/ 21443 h 21546"/>
                  <a:gd name="connsiteX14-29" fmla="*/ 13507 w 21556"/>
                  <a:gd name="connsiteY14-30" fmla="*/ 21084 h 21546"/>
                  <a:gd name="connsiteX15-31" fmla="*/ 13992 w 21556"/>
                  <a:gd name="connsiteY15-32" fmla="*/ 20589 h 21546"/>
                  <a:gd name="connsiteX16-33" fmla="*/ 17966 w 21556"/>
                  <a:gd name="connsiteY16-34" fmla="*/ 15685 h 21546"/>
                  <a:gd name="connsiteX17-35" fmla="*/ 19953 w 21556"/>
                  <a:gd name="connsiteY17-36" fmla="*/ 13233 h 21546"/>
                  <a:gd name="connsiteX18-37" fmla="*/ 20946 w 21556"/>
                  <a:gd name="connsiteY18-38" fmla="*/ 12007 h 21546"/>
                  <a:gd name="connsiteX19-39" fmla="*/ 21404 w 21556"/>
                  <a:gd name="connsiteY19-40" fmla="*/ 11418 h 21546"/>
                  <a:gd name="connsiteX20-41" fmla="*/ 21553 w 21556"/>
                  <a:gd name="connsiteY20-42" fmla="*/ 10680 h 21546"/>
                  <a:gd name="connsiteX21-43" fmla="*/ 21354 w 21556"/>
                  <a:gd name="connsiteY21-44" fmla="*/ 10062 h 21546"/>
                  <a:gd name="connsiteX22-45" fmla="*/ 20946 w 21556"/>
                  <a:gd name="connsiteY22-46" fmla="*/ 9552 h 21546"/>
                  <a:gd name="connsiteX23-47" fmla="*/ 19953 w 21556"/>
                  <a:gd name="connsiteY23-48" fmla="*/ 8322 h 21546"/>
                  <a:gd name="connsiteX24-49" fmla="*/ 17966 w 21556"/>
                  <a:gd name="connsiteY24-50" fmla="*/ 5863 h 21546"/>
                  <a:gd name="connsiteX25-51" fmla="*/ 13992 w 21556"/>
                  <a:gd name="connsiteY25-52" fmla="*/ 945 h 21546"/>
                  <a:gd name="connsiteX26-53" fmla="*/ 13507 w 21556"/>
                  <a:gd name="connsiteY26-54" fmla="*/ 457 h 21546"/>
                  <a:gd name="connsiteX27-55" fmla="*/ 13012 w 21556"/>
                  <a:gd name="connsiteY27-56" fmla="*/ 98 h 21546"/>
                  <a:gd name="connsiteX28-57" fmla="*/ 12498 w 21556"/>
                  <a:gd name="connsiteY28-58" fmla="*/ 3 h 21546"/>
                  <a:gd name="connsiteX0-59" fmla="*/ 12498 w 21556"/>
                  <a:gd name="connsiteY0-60" fmla="*/ 3 h 21546"/>
                  <a:gd name="connsiteX1-61" fmla="*/ 4141 w 21556"/>
                  <a:gd name="connsiteY1-62" fmla="*/ 5786 h 21546"/>
                  <a:gd name="connsiteX2-63" fmla="*/ 6171 w 21556"/>
                  <a:gd name="connsiteY2-64" fmla="*/ 8305 h 21546"/>
                  <a:gd name="connsiteX3-65" fmla="*/ 7562 w 21556"/>
                  <a:gd name="connsiteY3-66" fmla="*/ 9933 h 21546"/>
                  <a:gd name="connsiteX4-67" fmla="*/ 7792 w 21556"/>
                  <a:gd name="connsiteY4-68" fmla="*/ 10538 h 21546"/>
                  <a:gd name="connsiteX5-69" fmla="*/ 7572 w 21556"/>
                  <a:gd name="connsiteY5-70" fmla="*/ 11583 h 21546"/>
                  <a:gd name="connsiteX6-71" fmla="*/ 6171 w 21556"/>
                  <a:gd name="connsiteY6-72" fmla="*/ 13314 h 21546"/>
                  <a:gd name="connsiteX7-73" fmla="*/ 4141 w 21556"/>
                  <a:gd name="connsiteY7-74" fmla="*/ 15804 h 21546"/>
                  <a:gd name="connsiteX8-75" fmla="*/ 81 w 21556"/>
                  <a:gd name="connsiteY8-76" fmla="*/ 20785 h 21546"/>
                  <a:gd name="connsiteX9-77" fmla="*/ 81 w 21556"/>
                  <a:gd name="connsiteY9-78" fmla="*/ 21389 h 21546"/>
                  <a:gd name="connsiteX10-79" fmla="*/ 392 w 21556"/>
                  <a:gd name="connsiteY10-80" fmla="*/ 21538 h 21546"/>
                  <a:gd name="connsiteX11-81" fmla="*/ 12498 w 21556"/>
                  <a:gd name="connsiteY11-82" fmla="*/ 21538 h 21546"/>
                  <a:gd name="connsiteX12-83" fmla="*/ 13012 w 21556"/>
                  <a:gd name="connsiteY12-84" fmla="*/ 21443 h 21546"/>
                  <a:gd name="connsiteX13-85" fmla="*/ 13507 w 21556"/>
                  <a:gd name="connsiteY13-86" fmla="*/ 21084 h 21546"/>
                  <a:gd name="connsiteX14-87" fmla="*/ 13992 w 21556"/>
                  <a:gd name="connsiteY14-88" fmla="*/ 20589 h 21546"/>
                  <a:gd name="connsiteX15-89" fmla="*/ 17966 w 21556"/>
                  <a:gd name="connsiteY15-90" fmla="*/ 15685 h 21546"/>
                  <a:gd name="connsiteX16-91" fmla="*/ 19953 w 21556"/>
                  <a:gd name="connsiteY16-92" fmla="*/ 13233 h 21546"/>
                  <a:gd name="connsiteX17-93" fmla="*/ 20946 w 21556"/>
                  <a:gd name="connsiteY17-94" fmla="*/ 12007 h 21546"/>
                  <a:gd name="connsiteX18-95" fmla="*/ 21404 w 21556"/>
                  <a:gd name="connsiteY18-96" fmla="*/ 11418 h 21546"/>
                  <a:gd name="connsiteX19-97" fmla="*/ 21553 w 21556"/>
                  <a:gd name="connsiteY19-98" fmla="*/ 10680 h 21546"/>
                  <a:gd name="connsiteX20-99" fmla="*/ 21354 w 21556"/>
                  <a:gd name="connsiteY20-100" fmla="*/ 10062 h 21546"/>
                  <a:gd name="connsiteX21-101" fmla="*/ 20946 w 21556"/>
                  <a:gd name="connsiteY21-102" fmla="*/ 9552 h 21546"/>
                  <a:gd name="connsiteX22-103" fmla="*/ 19953 w 21556"/>
                  <a:gd name="connsiteY22-104" fmla="*/ 8322 h 21546"/>
                  <a:gd name="connsiteX23-105" fmla="*/ 17966 w 21556"/>
                  <a:gd name="connsiteY23-106" fmla="*/ 5863 h 21546"/>
                  <a:gd name="connsiteX24-107" fmla="*/ 13992 w 21556"/>
                  <a:gd name="connsiteY24-108" fmla="*/ 945 h 21546"/>
                  <a:gd name="connsiteX25-109" fmla="*/ 13507 w 21556"/>
                  <a:gd name="connsiteY25-110" fmla="*/ 457 h 21546"/>
                  <a:gd name="connsiteX26-111" fmla="*/ 13012 w 21556"/>
                  <a:gd name="connsiteY26-112" fmla="*/ 98 h 21546"/>
                  <a:gd name="connsiteX27-113" fmla="*/ 12498 w 21556"/>
                  <a:gd name="connsiteY27-114" fmla="*/ 3 h 21546"/>
                  <a:gd name="connsiteX0-115" fmla="*/ 13012 w 21556"/>
                  <a:gd name="connsiteY0-116" fmla="*/ 0 h 21448"/>
                  <a:gd name="connsiteX1-117" fmla="*/ 4141 w 21556"/>
                  <a:gd name="connsiteY1-118" fmla="*/ 5688 h 21448"/>
                  <a:gd name="connsiteX2-119" fmla="*/ 6171 w 21556"/>
                  <a:gd name="connsiteY2-120" fmla="*/ 8207 h 21448"/>
                  <a:gd name="connsiteX3-121" fmla="*/ 7562 w 21556"/>
                  <a:gd name="connsiteY3-122" fmla="*/ 9835 h 21448"/>
                  <a:gd name="connsiteX4-123" fmla="*/ 7792 w 21556"/>
                  <a:gd name="connsiteY4-124" fmla="*/ 10440 h 21448"/>
                  <a:gd name="connsiteX5-125" fmla="*/ 7572 w 21556"/>
                  <a:gd name="connsiteY5-126" fmla="*/ 11485 h 21448"/>
                  <a:gd name="connsiteX6-127" fmla="*/ 6171 w 21556"/>
                  <a:gd name="connsiteY6-128" fmla="*/ 13216 h 21448"/>
                  <a:gd name="connsiteX7-129" fmla="*/ 4141 w 21556"/>
                  <a:gd name="connsiteY7-130" fmla="*/ 15706 h 21448"/>
                  <a:gd name="connsiteX8-131" fmla="*/ 81 w 21556"/>
                  <a:gd name="connsiteY8-132" fmla="*/ 20687 h 21448"/>
                  <a:gd name="connsiteX9-133" fmla="*/ 81 w 21556"/>
                  <a:gd name="connsiteY9-134" fmla="*/ 21291 h 21448"/>
                  <a:gd name="connsiteX10-135" fmla="*/ 392 w 21556"/>
                  <a:gd name="connsiteY10-136" fmla="*/ 21440 h 21448"/>
                  <a:gd name="connsiteX11-137" fmla="*/ 12498 w 21556"/>
                  <a:gd name="connsiteY11-138" fmla="*/ 21440 h 21448"/>
                  <a:gd name="connsiteX12-139" fmla="*/ 13012 w 21556"/>
                  <a:gd name="connsiteY12-140" fmla="*/ 21345 h 21448"/>
                  <a:gd name="connsiteX13-141" fmla="*/ 13507 w 21556"/>
                  <a:gd name="connsiteY13-142" fmla="*/ 20986 h 21448"/>
                  <a:gd name="connsiteX14-143" fmla="*/ 13992 w 21556"/>
                  <a:gd name="connsiteY14-144" fmla="*/ 20491 h 21448"/>
                  <a:gd name="connsiteX15-145" fmla="*/ 17966 w 21556"/>
                  <a:gd name="connsiteY15-146" fmla="*/ 15587 h 21448"/>
                  <a:gd name="connsiteX16-147" fmla="*/ 19953 w 21556"/>
                  <a:gd name="connsiteY16-148" fmla="*/ 13135 h 21448"/>
                  <a:gd name="connsiteX17-149" fmla="*/ 20946 w 21556"/>
                  <a:gd name="connsiteY17-150" fmla="*/ 11909 h 21448"/>
                  <a:gd name="connsiteX18-151" fmla="*/ 21404 w 21556"/>
                  <a:gd name="connsiteY18-152" fmla="*/ 11320 h 21448"/>
                  <a:gd name="connsiteX19-153" fmla="*/ 21553 w 21556"/>
                  <a:gd name="connsiteY19-154" fmla="*/ 10582 h 21448"/>
                  <a:gd name="connsiteX20-155" fmla="*/ 21354 w 21556"/>
                  <a:gd name="connsiteY20-156" fmla="*/ 9964 h 21448"/>
                  <a:gd name="connsiteX21-157" fmla="*/ 20946 w 21556"/>
                  <a:gd name="connsiteY21-158" fmla="*/ 9454 h 21448"/>
                  <a:gd name="connsiteX22-159" fmla="*/ 19953 w 21556"/>
                  <a:gd name="connsiteY22-160" fmla="*/ 8224 h 21448"/>
                  <a:gd name="connsiteX23-161" fmla="*/ 17966 w 21556"/>
                  <a:gd name="connsiteY23-162" fmla="*/ 5765 h 21448"/>
                  <a:gd name="connsiteX24-163" fmla="*/ 13992 w 21556"/>
                  <a:gd name="connsiteY24-164" fmla="*/ 847 h 21448"/>
                  <a:gd name="connsiteX25-165" fmla="*/ 13507 w 21556"/>
                  <a:gd name="connsiteY25-166" fmla="*/ 359 h 21448"/>
                  <a:gd name="connsiteX26-167" fmla="*/ 13012 w 21556"/>
                  <a:gd name="connsiteY26-168" fmla="*/ 0 h 21448"/>
                  <a:gd name="connsiteX0-169" fmla="*/ 13507 w 21556"/>
                  <a:gd name="connsiteY0-170" fmla="*/ 289 h 21378"/>
                  <a:gd name="connsiteX1-171" fmla="*/ 4141 w 21556"/>
                  <a:gd name="connsiteY1-172" fmla="*/ 5618 h 21378"/>
                  <a:gd name="connsiteX2-173" fmla="*/ 6171 w 21556"/>
                  <a:gd name="connsiteY2-174" fmla="*/ 8137 h 21378"/>
                  <a:gd name="connsiteX3-175" fmla="*/ 7562 w 21556"/>
                  <a:gd name="connsiteY3-176" fmla="*/ 9765 h 21378"/>
                  <a:gd name="connsiteX4-177" fmla="*/ 7792 w 21556"/>
                  <a:gd name="connsiteY4-178" fmla="*/ 10370 h 21378"/>
                  <a:gd name="connsiteX5-179" fmla="*/ 7572 w 21556"/>
                  <a:gd name="connsiteY5-180" fmla="*/ 11415 h 21378"/>
                  <a:gd name="connsiteX6-181" fmla="*/ 6171 w 21556"/>
                  <a:gd name="connsiteY6-182" fmla="*/ 13146 h 21378"/>
                  <a:gd name="connsiteX7-183" fmla="*/ 4141 w 21556"/>
                  <a:gd name="connsiteY7-184" fmla="*/ 15636 h 21378"/>
                  <a:gd name="connsiteX8-185" fmla="*/ 81 w 21556"/>
                  <a:gd name="connsiteY8-186" fmla="*/ 20617 h 21378"/>
                  <a:gd name="connsiteX9-187" fmla="*/ 81 w 21556"/>
                  <a:gd name="connsiteY9-188" fmla="*/ 21221 h 21378"/>
                  <a:gd name="connsiteX10-189" fmla="*/ 392 w 21556"/>
                  <a:gd name="connsiteY10-190" fmla="*/ 21370 h 21378"/>
                  <a:gd name="connsiteX11-191" fmla="*/ 12498 w 21556"/>
                  <a:gd name="connsiteY11-192" fmla="*/ 21370 h 21378"/>
                  <a:gd name="connsiteX12-193" fmla="*/ 13012 w 21556"/>
                  <a:gd name="connsiteY12-194" fmla="*/ 21275 h 21378"/>
                  <a:gd name="connsiteX13-195" fmla="*/ 13507 w 21556"/>
                  <a:gd name="connsiteY13-196" fmla="*/ 20916 h 21378"/>
                  <a:gd name="connsiteX14-197" fmla="*/ 13992 w 21556"/>
                  <a:gd name="connsiteY14-198" fmla="*/ 20421 h 21378"/>
                  <a:gd name="connsiteX15-199" fmla="*/ 17966 w 21556"/>
                  <a:gd name="connsiteY15-200" fmla="*/ 15517 h 21378"/>
                  <a:gd name="connsiteX16-201" fmla="*/ 19953 w 21556"/>
                  <a:gd name="connsiteY16-202" fmla="*/ 13065 h 21378"/>
                  <a:gd name="connsiteX17-203" fmla="*/ 20946 w 21556"/>
                  <a:gd name="connsiteY17-204" fmla="*/ 11839 h 21378"/>
                  <a:gd name="connsiteX18-205" fmla="*/ 21404 w 21556"/>
                  <a:gd name="connsiteY18-206" fmla="*/ 11250 h 21378"/>
                  <a:gd name="connsiteX19-207" fmla="*/ 21553 w 21556"/>
                  <a:gd name="connsiteY19-208" fmla="*/ 10512 h 21378"/>
                  <a:gd name="connsiteX20-209" fmla="*/ 21354 w 21556"/>
                  <a:gd name="connsiteY20-210" fmla="*/ 9894 h 21378"/>
                  <a:gd name="connsiteX21-211" fmla="*/ 20946 w 21556"/>
                  <a:gd name="connsiteY21-212" fmla="*/ 9384 h 21378"/>
                  <a:gd name="connsiteX22-213" fmla="*/ 19953 w 21556"/>
                  <a:gd name="connsiteY22-214" fmla="*/ 8154 h 21378"/>
                  <a:gd name="connsiteX23-215" fmla="*/ 17966 w 21556"/>
                  <a:gd name="connsiteY23-216" fmla="*/ 5695 h 21378"/>
                  <a:gd name="connsiteX24-217" fmla="*/ 13992 w 21556"/>
                  <a:gd name="connsiteY24-218" fmla="*/ 777 h 21378"/>
                  <a:gd name="connsiteX25-219" fmla="*/ 13507 w 21556"/>
                  <a:gd name="connsiteY25-220" fmla="*/ 289 h 21378"/>
                  <a:gd name="connsiteX0-221" fmla="*/ 13992 w 21556"/>
                  <a:gd name="connsiteY0-222" fmla="*/ 1 h 20602"/>
                  <a:gd name="connsiteX1-223" fmla="*/ 4141 w 21556"/>
                  <a:gd name="connsiteY1-224" fmla="*/ 4842 h 20602"/>
                  <a:gd name="connsiteX2-225" fmla="*/ 6171 w 21556"/>
                  <a:gd name="connsiteY2-226" fmla="*/ 7361 h 20602"/>
                  <a:gd name="connsiteX3-227" fmla="*/ 7562 w 21556"/>
                  <a:gd name="connsiteY3-228" fmla="*/ 8989 h 20602"/>
                  <a:gd name="connsiteX4-229" fmla="*/ 7792 w 21556"/>
                  <a:gd name="connsiteY4-230" fmla="*/ 9594 h 20602"/>
                  <a:gd name="connsiteX5-231" fmla="*/ 7572 w 21556"/>
                  <a:gd name="connsiteY5-232" fmla="*/ 10639 h 20602"/>
                  <a:gd name="connsiteX6-233" fmla="*/ 6171 w 21556"/>
                  <a:gd name="connsiteY6-234" fmla="*/ 12370 h 20602"/>
                  <a:gd name="connsiteX7-235" fmla="*/ 4141 w 21556"/>
                  <a:gd name="connsiteY7-236" fmla="*/ 14860 h 20602"/>
                  <a:gd name="connsiteX8-237" fmla="*/ 81 w 21556"/>
                  <a:gd name="connsiteY8-238" fmla="*/ 19841 h 20602"/>
                  <a:gd name="connsiteX9-239" fmla="*/ 81 w 21556"/>
                  <a:gd name="connsiteY9-240" fmla="*/ 20445 h 20602"/>
                  <a:gd name="connsiteX10-241" fmla="*/ 392 w 21556"/>
                  <a:gd name="connsiteY10-242" fmla="*/ 20594 h 20602"/>
                  <a:gd name="connsiteX11-243" fmla="*/ 12498 w 21556"/>
                  <a:gd name="connsiteY11-244" fmla="*/ 20594 h 20602"/>
                  <a:gd name="connsiteX12-245" fmla="*/ 13012 w 21556"/>
                  <a:gd name="connsiteY12-246" fmla="*/ 20499 h 20602"/>
                  <a:gd name="connsiteX13-247" fmla="*/ 13507 w 21556"/>
                  <a:gd name="connsiteY13-248" fmla="*/ 20140 h 20602"/>
                  <a:gd name="connsiteX14-249" fmla="*/ 13992 w 21556"/>
                  <a:gd name="connsiteY14-250" fmla="*/ 19645 h 20602"/>
                  <a:gd name="connsiteX15-251" fmla="*/ 17966 w 21556"/>
                  <a:gd name="connsiteY15-252" fmla="*/ 14741 h 20602"/>
                  <a:gd name="connsiteX16-253" fmla="*/ 19953 w 21556"/>
                  <a:gd name="connsiteY16-254" fmla="*/ 12289 h 20602"/>
                  <a:gd name="connsiteX17-255" fmla="*/ 20946 w 21556"/>
                  <a:gd name="connsiteY17-256" fmla="*/ 11063 h 20602"/>
                  <a:gd name="connsiteX18-257" fmla="*/ 21404 w 21556"/>
                  <a:gd name="connsiteY18-258" fmla="*/ 10474 h 20602"/>
                  <a:gd name="connsiteX19-259" fmla="*/ 21553 w 21556"/>
                  <a:gd name="connsiteY19-260" fmla="*/ 9736 h 20602"/>
                  <a:gd name="connsiteX20-261" fmla="*/ 21354 w 21556"/>
                  <a:gd name="connsiteY20-262" fmla="*/ 9118 h 20602"/>
                  <a:gd name="connsiteX21-263" fmla="*/ 20946 w 21556"/>
                  <a:gd name="connsiteY21-264" fmla="*/ 8608 h 20602"/>
                  <a:gd name="connsiteX22-265" fmla="*/ 19953 w 21556"/>
                  <a:gd name="connsiteY22-266" fmla="*/ 7378 h 20602"/>
                  <a:gd name="connsiteX23-267" fmla="*/ 17966 w 21556"/>
                  <a:gd name="connsiteY23-268" fmla="*/ 4919 h 20602"/>
                  <a:gd name="connsiteX24-269" fmla="*/ 13992 w 21556"/>
                  <a:gd name="connsiteY24-270" fmla="*/ 1 h 20602"/>
                  <a:gd name="connsiteX0-271" fmla="*/ 17966 w 21556"/>
                  <a:gd name="connsiteY0-272" fmla="*/ 77 h 15760"/>
                  <a:gd name="connsiteX1-273" fmla="*/ 4141 w 21556"/>
                  <a:gd name="connsiteY1-274" fmla="*/ 0 h 15760"/>
                  <a:gd name="connsiteX2-275" fmla="*/ 6171 w 21556"/>
                  <a:gd name="connsiteY2-276" fmla="*/ 2519 h 15760"/>
                  <a:gd name="connsiteX3-277" fmla="*/ 7562 w 21556"/>
                  <a:gd name="connsiteY3-278" fmla="*/ 4147 h 15760"/>
                  <a:gd name="connsiteX4-279" fmla="*/ 7792 w 21556"/>
                  <a:gd name="connsiteY4-280" fmla="*/ 4752 h 15760"/>
                  <a:gd name="connsiteX5-281" fmla="*/ 7572 w 21556"/>
                  <a:gd name="connsiteY5-282" fmla="*/ 5797 h 15760"/>
                  <a:gd name="connsiteX6-283" fmla="*/ 6171 w 21556"/>
                  <a:gd name="connsiteY6-284" fmla="*/ 7528 h 15760"/>
                  <a:gd name="connsiteX7-285" fmla="*/ 4141 w 21556"/>
                  <a:gd name="connsiteY7-286" fmla="*/ 10018 h 15760"/>
                  <a:gd name="connsiteX8-287" fmla="*/ 81 w 21556"/>
                  <a:gd name="connsiteY8-288" fmla="*/ 14999 h 15760"/>
                  <a:gd name="connsiteX9-289" fmla="*/ 81 w 21556"/>
                  <a:gd name="connsiteY9-290" fmla="*/ 15603 h 15760"/>
                  <a:gd name="connsiteX10-291" fmla="*/ 392 w 21556"/>
                  <a:gd name="connsiteY10-292" fmla="*/ 15752 h 15760"/>
                  <a:gd name="connsiteX11-293" fmla="*/ 12498 w 21556"/>
                  <a:gd name="connsiteY11-294" fmla="*/ 15752 h 15760"/>
                  <a:gd name="connsiteX12-295" fmla="*/ 13012 w 21556"/>
                  <a:gd name="connsiteY12-296" fmla="*/ 15657 h 15760"/>
                  <a:gd name="connsiteX13-297" fmla="*/ 13507 w 21556"/>
                  <a:gd name="connsiteY13-298" fmla="*/ 15298 h 15760"/>
                  <a:gd name="connsiteX14-299" fmla="*/ 13992 w 21556"/>
                  <a:gd name="connsiteY14-300" fmla="*/ 14803 h 15760"/>
                  <a:gd name="connsiteX15-301" fmla="*/ 17966 w 21556"/>
                  <a:gd name="connsiteY15-302" fmla="*/ 9899 h 15760"/>
                  <a:gd name="connsiteX16-303" fmla="*/ 19953 w 21556"/>
                  <a:gd name="connsiteY16-304" fmla="*/ 7447 h 15760"/>
                  <a:gd name="connsiteX17-305" fmla="*/ 20946 w 21556"/>
                  <a:gd name="connsiteY17-306" fmla="*/ 6221 h 15760"/>
                  <a:gd name="connsiteX18-307" fmla="*/ 21404 w 21556"/>
                  <a:gd name="connsiteY18-308" fmla="*/ 5632 h 15760"/>
                  <a:gd name="connsiteX19-309" fmla="*/ 21553 w 21556"/>
                  <a:gd name="connsiteY19-310" fmla="*/ 4894 h 15760"/>
                  <a:gd name="connsiteX20-311" fmla="*/ 21354 w 21556"/>
                  <a:gd name="connsiteY20-312" fmla="*/ 4276 h 15760"/>
                  <a:gd name="connsiteX21-313" fmla="*/ 20946 w 21556"/>
                  <a:gd name="connsiteY21-314" fmla="*/ 3766 h 15760"/>
                  <a:gd name="connsiteX22-315" fmla="*/ 19953 w 21556"/>
                  <a:gd name="connsiteY22-316" fmla="*/ 2536 h 15760"/>
                  <a:gd name="connsiteX23-317" fmla="*/ 17966 w 21556"/>
                  <a:gd name="connsiteY23-318" fmla="*/ 77 h 15760"/>
                  <a:gd name="connsiteX0-319" fmla="*/ 17966 w 21556"/>
                  <a:gd name="connsiteY0-320" fmla="*/ 0 h 15683"/>
                  <a:gd name="connsiteX1-321" fmla="*/ 6171 w 21556"/>
                  <a:gd name="connsiteY1-322" fmla="*/ 2442 h 15683"/>
                  <a:gd name="connsiteX2-323" fmla="*/ 7562 w 21556"/>
                  <a:gd name="connsiteY2-324" fmla="*/ 4070 h 15683"/>
                  <a:gd name="connsiteX3-325" fmla="*/ 7792 w 21556"/>
                  <a:gd name="connsiteY3-326" fmla="*/ 4675 h 15683"/>
                  <a:gd name="connsiteX4-327" fmla="*/ 7572 w 21556"/>
                  <a:gd name="connsiteY4-328" fmla="*/ 5720 h 15683"/>
                  <a:gd name="connsiteX5-329" fmla="*/ 6171 w 21556"/>
                  <a:gd name="connsiteY5-330" fmla="*/ 7451 h 15683"/>
                  <a:gd name="connsiteX6-331" fmla="*/ 4141 w 21556"/>
                  <a:gd name="connsiteY6-332" fmla="*/ 9941 h 15683"/>
                  <a:gd name="connsiteX7-333" fmla="*/ 81 w 21556"/>
                  <a:gd name="connsiteY7-334" fmla="*/ 14922 h 15683"/>
                  <a:gd name="connsiteX8-335" fmla="*/ 81 w 21556"/>
                  <a:gd name="connsiteY8-336" fmla="*/ 15526 h 15683"/>
                  <a:gd name="connsiteX9-337" fmla="*/ 392 w 21556"/>
                  <a:gd name="connsiteY9-338" fmla="*/ 15675 h 15683"/>
                  <a:gd name="connsiteX10-339" fmla="*/ 12498 w 21556"/>
                  <a:gd name="connsiteY10-340" fmla="*/ 15675 h 15683"/>
                  <a:gd name="connsiteX11-341" fmla="*/ 13012 w 21556"/>
                  <a:gd name="connsiteY11-342" fmla="*/ 15580 h 15683"/>
                  <a:gd name="connsiteX12-343" fmla="*/ 13507 w 21556"/>
                  <a:gd name="connsiteY12-344" fmla="*/ 15221 h 15683"/>
                  <a:gd name="connsiteX13-345" fmla="*/ 13992 w 21556"/>
                  <a:gd name="connsiteY13-346" fmla="*/ 14726 h 15683"/>
                  <a:gd name="connsiteX14-347" fmla="*/ 17966 w 21556"/>
                  <a:gd name="connsiteY14-348" fmla="*/ 9822 h 15683"/>
                  <a:gd name="connsiteX15-349" fmla="*/ 19953 w 21556"/>
                  <a:gd name="connsiteY15-350" fmla="*/ 7370 h 15683"/>
                  <a:gd name="connsiteX16-351" fmla="*/ 20946 w 21556"/>
                  <a:gd name="connsiteY16-352" fmla="*/ 6144 h 15683"/>
                  <a:gd name="connsiteX17-353" fmla="*/ 21404 w 21556"/>
                  <a:gd name="connsiteY17-354" fmla="*/ 5555 h 15683"/>
                  <a:gd name="connsiteX18-355" fmla="*/ 21553 w 21556"/>
                  <a:gd name="connsiteY18-356" fmla="*/ 4817 h 15683"/>
                  <a:gd name="connsiteX19-357" fmla="*/ 21354 w 21556"/>
                  <a:gd name="connsiteY19-358" fmla="*/ 4199 h 15683"/>
                  <a:gd name="connsiteX20-359" fmla="*/ 20946 w 21556"/>
                  <a:gd name="connsiteY20-360" fmla="*/ 3689 h 15683"/>
                  <a:gd name="connsiteX21-361" fmla="*/ 19953 w 21556"/>
                  <a:gd name="connsiteY21-362" fmla="*/ 2459 h 15683"/>
                  <a:gd name="connsiteX22-363" fmla="*/ 17966 w 21556"/>
                  <a:gd name="connsiteY22-364" fmla="*/ 0 h 15683"/>
                  <a:gd name="connsiteX0-365" fmla="*/ 17966 w 21556"/>
                  <a:gd name="connsiteY0-366" fmla="*/ 0 h 15683"/>
                  <a:gd name="connsiteX1-367" fmla="*/ 7562 w 21556"/>
                  <a:gd name="connsiteY1-368" fmla="*/ 4070 h 15683"/>
                  <a:gd name="connsiteX2-369" fmla="*/ 7792 w 21556"/>
                  <a:gd name="connsiteY2-370" fmla="*/ 4675 h 15683"/>
                  <a:gd name="connsiteX3-371" fmla="*/ 7572 w 21556"/>
                  <a:gd name="connsiteY3-372" fmla="*/ 5720 h 15683"/>
                  <a:gd name="connsiteX4-373" fmla="*/ 6171 w 21556"/>
                  <a:gd name="connsiteY4-374" fmla="*/ 7451 h 15683"/>
                  <a:gd name="connsiteX5-375" fmla="*/ 4141 w 21556"/>
                  <a:gd name="connsiteY5-376" fmla="*/ 9941 h 15683"/>
                  <a:gd name="connsiteX6-377" fmla="*/ 81 w 21556"/>
                  <a:gd name="connsiteY6-378" fmla="*/ 14922 h 15683"/>
                  <a:gd name="connsiteX7-379" fmla="*/ 81 w 21556"/>
                  <a:gd name="connsiteY7-380" fmla="*/ 15526 h 15683"/>
                  <a:gd name="connsiteX8-381" fmla="*/ 392 w 21556"/>
                  <a:gd name="connsiteY8-382" fmla="*/ 15675 h 15683"/>
                  <a:gd name="connsiteX9-383" fmla="*/ 12498 w 21556"/>
                  <a:gd name="connsiteY9-384" fmla="*/ 15675 h 15683"/>
                  <a:gd name="connsiteX10-385" fmla="*/ 13012 w 21556"/>
                  <a:gd name="connsiteY10-386" fmla="*/ 15580 h 15683"/>
                  <a:gd name="connsiteX11-387" fmla="*/ 13507 w 21556"/>
                  <a:gd name="connsiteY11-388" fmla="*/ 15221 h 15683"/>
                  <a:gd name="connsiteX12-389" fmla="*/ 13992 w 21556"/>
                  <a:gd name="connsiteY12-390" fmla="*/ 14726 h 15683"/>
                  <a:gd name="connsiteX13-391" fmla="*/ 17966 w 21556"/>
                  <a:gd name="connsiteY13-392" fmla="*/ 9822 h 15683"/>
                  <a:gd name="connsiteX14-393" fmla="*/ 19953 w 21556"/>
                  <a:gd name="connsiteY14-394" fmla="*/ 7370 h 15683"/>
                  <a:gd name="connsiteX15-395" fmla="*/ 20946 w 21556"/>
                  <a:gd name="connsiteY15-396" fmla="*/ 6144 h 15683"/>
                  <a:gd name="connsiteX16-397" fmla="*/ 21404 w 21556"/>
                  <a:gd name="connsiteY16-398" fmla="*/ 5555 h 15683"/>
                  <a:gd name="connsiteX17-399" fmla="*/ 21553 w 21556"/>
                  <a:gd name="connsiteY17-400" fmla="*/ 4817 h 15683"/>
                  <a:gd name="connsiteX18-401" fmla="*/ 21354 w 21556"/>
                  <a:gd name="connsiteY18-402" fmla="*/ 4199 h 15683"/>
                  <a:gd name="connsiteX19-403" fmla="*/ 20946 w 21556"/>
                  <a:gd name="connsiteY19-404" fmla="*/ 3689 h 15683"/>
                  <a:gd name="connsiteX20-405" fmla="*/ 19953 w 21556"/>
                  <a:gd name="connsiteY20-406" fmla="*/ 2459 h 15683"/>
                  <a:gd name="connsiteX21-407" fmla="*/ 17966 w 21556"/>
                  <a:gd name="connsiteY21-408" fmla="*/ 0 h 15683"/>
                  <a:gd name="connsiteX0-409" fmla="*/ 19953 w 21556"/>
                  <a:gd name="connsiteY0-410" fmla="*/ 0 h 13224"/>
                  <a:gd name="connsiteX1-411" fmla="*/ 7562 w 21556"/>
                  <a:gd name="connsiteY1-412" fmla="*/ 1611 h 13224"/>
                  <a:gd name="connsiteX2-413" fmla="*/ 7792 w 21556"/>
                  <a:gd name="connsiteY2-414" fmla="*/ 2216 h 13224"/>
                  <a:gd name="connsiteX3-415" fmla="*/ 7572 w 21556"/>
                  <a:gd name="connsiteY3-416" fmla="*/ 3261 h 13224"/>
                  <a:gd name="connsiteX4-417" fmla="*/ 6171 w 21556"/>
                  <a:gd name="connsiteY4-418" fmla="*/ 4992 h 13224"/>
                  <a:gd name="connsiteX5-419" fmla="*/ 4141 w 21556"/>
                  <a:gd name="connsiteY5-420" fmla="*/ 7482 h 13224"/>
                  <a:gd name="connsiteX6-421" fmla="*/ 81 w 21556"/>
                  <a:gd name="connsiteY6-422" fmla="*/ 12463 h 13224"/>
                  <a:gd name="connsiteX7-423" fmla="*/ 81 w 21556"/>
                  <a:gd name="connsiteY7-424" fmla="*/ 13067 h 13224"/>
                  <a:gd name="connsiteX8-425" fmla="*/ 392 w 21556"/>
                  <a:gd name="connsiteY8-426" fmla="*/ 13216 h 13224"/>
                  <a:gd name="connsiteX9-427" fmla="*/ 12498 w 21556"/>
                  <a:gd name="connsiteY9-428" fmla="*/ 13216 h 13224"/>
                  <a:gd name="connsiteX10-429" fmla="*/ 13012 w 21556"/>
                  <a:gd name="connsiteY10-430" fmla="*/ 13121 h 13224"/>
                  <a:gd name="connsiteX11-431" fmla="*/ 13507 w 21556"/>
                  <a:gd name="connsiteY11-432" fmla="*/ 12762 h 13224"/>
                  <a:gd name="connsiteX12-433" fmla="*/ 13992 w 21556"/>
                  <a:gd name="connsiteY12-434" fmla="*/ 12267 h 13224"/>
                  <a:gd name="connsiteX13-435" fmla="*/ 17966 w 21556"/>
                  <a:gd name="connsiteY13-436" fmla="*/ 7363 h 13224"/>
                  <a:gd name="connsiteX14-437" fmla="*/ 19953 w 21556"/>
                  <a:gd name="connsiteY14-438" fmla="*/ 4911 h 13224"/>
                  <a:gd name="connsiteX15-439" fmla="*/ 20946 w 21556"/>
                  <a:gd name="connsiteY15-440" fmla="*/ 3685 h 13224"/>
                  <a:gd name="connsiteX16-441" fmla="*/ 21404 w 21556"/>
                  <a:gd name="connsiteY16-442" fmla="*/ 3096 h 13224"/>
                  <a:gd name="connsiteX17-443" fmla="*/ 21553 w 21556"/>
                  <a:gd name="connsiteY17-444" fmla="*/ 2358 h 13224"/>
                  <a:gd name="connsiteX18-445" fmla="*/ 21354 w 21556"/>
                  <a:gd name="connsiteY18-446" fmla="*/ 1740 h 13224"/>
                  <a:gd name="connsiteX19-447" fmla="*/ 20946 w 21556"/>
                  <a:gd name="connsiteY19-448" fmla="*/ 1230 h 13224"/>
                  <a:gd name="connsiteX20-449" fmla="*/ 19953 w 21556"/>
                  <a:gd name="connsiteY20-450" fmla="*/ 0 h 13224"/>
                  <a:gd name="connsiteX0-451" fmla="*/ 19953 w 21556"/>
                  <a:gd name="connsiteY0-452" fmla="*/ 0 h 13224"/>
                  <a:gd name="connsiteX1-453" fmla="*/ 7562 w 21556"/>
                  <a:gd name="connsiteY1-454" fmla="*/ 1611 h 13224"/>
                  <a:gd name="connsiteX2-455" fmla="*/ 7792 w 21556"/>
                  <a:gd name="connsiteY2-456" fmla="*/ 2216 h 13224"/>
                  <a:gd name="connsiteX3-457" fmla="*/ 7613 w 21556"/>
                  <a:gd name="connsiteY3-458" fmla="*/ 1590 h 13224"/>
                  <a:gd name="connsiteX4-459" fmla="*/ 7572 w 21556"/>
                  <a:gd name="connsiteY4-460" fmla="*/ 3261 h 13224"/>
                  <a:gd name="connsiteX5-461" fmla="*/ 6171 w 21556"/>
                  <a:gd name="connsiteY5-462" fmla="*/ 4992 h 13224"/>
                  <a:gd name="connsiteX6-463" fmla="*/ 4141 w 21556"/>
                  <a:gd name="connsiteY6-464" fmla="*/ 7482 h 13224"/>
                  <a:gd name="connsiteX7-465" fmla="*/ 81 w 21556"/>
                  <a:gd name="connsiteY7-466" fmla="*/ 12463 h 13224"/>
                  <a:gd name="connsiteX8-467" fmla="*/ 81 w 21556"/>
                  <a:gd name="connsiteY8-468" fmla="*/ 13067 h 13224"/>
                  <a:gd name="connsiteX9-469" fmla="*/ 392 w 21556"/>
                  <a:gd name="connsiteY9-470" fmla="*/ 13216 h 13224"/>
                  <a:gd name="connsiteX10-471" fmla="*/ 12498 w 21556"/>
                  <a:gd name="connsiteY10-472" fmla="*/ 13216 h 13224"/>
                  <a:gd name="connsiteX11-473" fmla="*/ 13012 w 21556"/>
                  <a:gd name="connsiteY11-474" fmla="*/ 13121 h 13224"/>
                  <a:gd name="connsiteX12-475" fmla="*/ 13507 w 21556"/>
                  <a:gd name="connsiteY12-476" fmla="*/ 12762 h 13224"/>
                  <a:gd name="connsiteX13-477" fmla="*/ 13992 w 21556"/>
                  <a:gd name="connsiteY13-478" fmla="*/ 12267 h 13224"/>
                  <a:gd name="connsiteX14-479" fmla="*/ 17966 w 21556"/>
                  <a:gd name="connsiteY14-480" fmla="*/ 7363 h 13224"/>
                  <a:gd name="connsiteX15-481" fmla="*/ 19953 w 21556"/>
                  <a:gd name="connsiteY15-482" fmla="*/ 4911 h 13224"/>
                  <a:gd name="connsiteX16-483" fmla="*/ 20946 w 21556"/>
                  <a:gd name="connsiteY16-484" fmla="*/ 3685 h 13224"/>
                  <a:gd name="connsiteX17-485" fmla="*/ 21404 w 21556"/>
                  <a:gd name="connsiteY17-486" fmla="*/ 3096 h 13224"/>
                  <a:gd name="connsiteX18-487" fmla="*/ 21553 w 21556"/>
                  <a:gd name="connsiteY18-488" fmla="*/ 2358 h 13224"/>
                  <a:gd name="connsiteX19-489" fmla="*/ 21354 w 21556"/>
                  <a:gd name="connsiteY19-490" fmla="*/ 1740 h 13224"/>
                  <a:gd name="connsiteX20-491" fmla="*/ 20946 w 21556"/>
                  <a:gd name="connsiteY20-492" fmla="*/ 1230 h 13224"/>
                  <a:gd name="connsiteX21-493" fmla="*/ 19953 w 21556"/>
                  <a:gd name="connsiteY21-494" fmla="*/ 0 h 13224"/>
                  <a:gd name="connsiteX0-495" fmla="*/ 19953 w 21556"/>
                  <a:gd name="connsiteY0-496" fmla="*/ 0 h 13224"/>
                  <a:gd name="connsiteX1-497" fmla="*/ 7562 w 21556"/>
                  <a:gd name="connsiteY1-498" fmla="*/ 1611 h 13224"/>
                  <a:gd name="connsiteX2-499" fmla="*/ 7792 w 21556"/>
                  <a:gd name="connsiteY2-500" fmla="*/ 2216 h 13224"/>
                  <a:gd name="connsiteX3-501" fmla="*/ 7572 w 21556"/>
                  <a:gd name="connsiteY3-502" fmla="*/ 3261 h 13224"/>
                  <a:gd name="connsiteX4-503" fmla="*/ 6171 w 21556"/>
                  <a:gd name="connsiteY4-504" fmla="*/ 4992 h 13224"/>
                  <a:gd name="connsiteX5-505" fmla="*/ 4141 w 21556"/>
                  <a:gd name="connsiteY5-506" fmla="*/ 7482 h 13224"/>
                  <a:gd name="connsiteX6-507" fmla="*/ 81 w 21556"/>
                  <a:gd name="connsiteY6-508" fmla="*/ 12463 h 13224"/>
                  <a:gd name="connsiteX7-509" fmla="*/ 81 w 21556"/>
                  <a:gd name="connsiteY7-510" fmla="*/ 13067 h 13224"/>
                  <a:gd name="connsiteX8-511" fmla="*/ 392 w 21556"/>
                  <a:gd name="connsiteY8-512" fmla="*/ 13216 h 13224"/>
                  <a:gd name="connsiteX9-513" fmla="*/ 12498 w 21556"/>
                  <a:gd name="connsiteY9-514" fmla="*/ 13216 h 13224"/>
                  <a:gd name="connsiteX10-515" fmla="*/ 13012 w 21556"/>
                  <a:gd name="connsiteY10-516" fmla="*/ 13121 h 13224"/>
                  <a:gd name="connsiteX11-517" fmla="*/ 13507 w 21556"/>
                  <a:gd name="connsiteY11-518" fmla="*/ 12762 h 13224"/>
                  <a:gd name="connsiteX12-519" fmla="*/ 13992 w 21556"/>
                  <a:gd name="connsiteY12-520" fmla="*/ 12267 h 13224"/>
                  <a:gd name="connsiteX13-521" fmla="*/ 17966 w 21556"/>
                  <a:gd name="connsiteY13-522" fmla="*/ 7363 h 13224"/>
                  <a:gd name="connsiteX14-523" fmla="*/ 19953 w 21556"/>
                  <a:gd name="connsiteY14-524" fmla="*/ 4911 h 13224"/>
                  <a:gd name="connsiteX15-525" fmla="*/ 20946 w 21556"/>
                  <a:gd name="connsiteY15-526" fmla="*/ 3685 h 13224"/>
                  <a:gd name="connsiteX16-527" fmla="*/ 21404 w 21556"/>
                  <a:gd name="connsiteY16-528" fmla="*/ 3096 h 13224"/>
                  <a:gd name="connsiteX17-529" fmla="*/ 21553 w 21556"/>
                  <a:gd name="connsiteY17-530" fmla="*/ 2358 h 13224"/>
                  <a:gd name="connsiteX18-531" fmla="*/ 21354 w 21556"/>
                  <a:gd name="connsiteY18-532" fmla="*/ 1740 h 13224"/>
                  <a:gd name="connsiteX19-533" fmla="*/ 20946 w 21556"/>
                  <a:gd name="connsiteY19-534" fmla="*/ 1230 h 13224"/>
                  <a:gd name="connsiteX20-535" fmla="*/ 19953 w 21556"/>
                  <a:gd name="connsiteY20-536" fmla="*/ 0 h 13224"/>
                  <a:gd name="connsiteX0-537" fmla="*/ 19953 w 21556"/>
                  <a:gd name="connsiteY0-538" fmla="*/ 0 h 13224"/>
                  <a:gd name="connsiteX1-539" fmla="*/ 7792 w 21556"/>
                  <a:gd name="connsiteY1-540" fmla="*/ 2216 h 13224"/>
                  <a:gd name="connsiteX2-541" fmla="*/ 7572 w 21556"/>
                  <a:gd name="connsiteY2-542" fmla="*/ 3261 h 13224"/>
                  <a:gd name="connsiteX3-543" fmla="*/ 6171 w 21556"/>
                  <a:gd name="connsiteY3-544" fmla="*/ 4992 h 13224"/>
                  <a:gd name="connsiteX4-545" fmla="*/ 4141 w 21556"/>
                  <a:gd name="connsiteY4-546" fmla="*/ 7482 h 13224"/>
                  <a:gd name="connsiteX5-547" fmla="*/ 81 w 21556"/>
                  <a:gd name="connsiteY5-548" fmla="*/ 12463 h 13224"/>
                  <a:gd name="connsiteX6-549" fmla="*/ 81 w 21556"/>
                  <a:gd name="connsiteY6-550" fmla="*/ 13067 h 13224"/>
                  <a:gd name="connsiteX7-551" fmla="*/ 392 w 21556"/>
                  <a:gd name="connsiteY7-552" fmla="*/ 13216 h 13224"/>
                  <a:gd name="connsiteX8-553" fmla="*/ 12498 w 21556"/>
                  <a:gd name="connsiteY8-554" fmla="*/ 13216 h 13224"/>
                  <a:gd name="connsiteX9-555" fmla="*/ 13012 w 21556"/>
                  <a:gd name="connsiteY9-556" fmla="*/ 13121 h 13224"/>
                  <a:gd name="connsiteX10-557" fmla="*/ 13507 w 21556"/>
                  <a:gd name="connsiteY10-558" fmla="*/ 12762 h 13224"/>
                  <a:gd name="connsiteX11-559" fmla="*/ 13992 w 21556"/>
                  <a:gd name="connsiteY11-560" fmla="*/ 12267 h 13224"/>
                  <a:gd name="connsiteX12-561" fmla="*/ 17966 w 21556"/>
                  <a:gd name="connsiteY12-562" fmla="*/ 7363 h 13224"/>
                  <a:gd name="connsiteX13-563" fmla="*/ 19953 w 21556"/>
                  <a:gd name="connsiteY13-564" fmla="*/ 4911 h 13224"/>
                  <a:gd name="connsiteX14-565" fmla="*/ 20946 w 21556"/>
                  <a:gd name="connsiteY14-566" fmla="*/ 3685 h 13224"/>
                  <a:gd name="connsiteX15-567" fmla="*/ 21404 w 21556"/>
                  <a:gd name="connsiteY15-568" fmla="*/ 3096 h 13224"/>
                  <a:gd name="connsiteX16-569" fmla="*/ 21553 w 21556"/>
                  <a:gd name="connsiteY16-570" fmla="*/ 2358 h 13224"/>
                  <a:gd name="connsiteX17-571" fmla="*/ 21354 w 21556"/>
                  <a:gd name="connsiteY17-572" fmla="*/ 1740 h 13224"/>
                  <a:gd name="connsiteX18-573" fmla="*/ 20946 w 21556"/>
                  <a:gd name="connsiteY18-574" fmla="*/ 1230 h 13224"/>
                  <a:gd name="connsiteX19-575" fmla="*/ 19953 w 21556"/>
                  <a:gd name="connsiteY19-576" fmla="*/ 0 h 13224"/>
                  <a:gd name="connsiteX0-577" fmla="*/ 20946 w 21556"/>
                  <a:gd name="connsiteY0-578" fmla="*/ 0 h 11994"/>
                  <a:gd name="connsiteX1-579" fmla="*/ 7792 w 21556"/>
                  <a:gd name="connsiteY1-580" fmla="*/ 986 h 11994"/>
                  <a:gd name="connsiteX2-581" fmla="*/ 7572 w 21556"/>
                  <a:gd name="connsiteY2-582" fmla="*/ 2031 h 11994"/>
                  <a:gd name="connsiteX3-583" fmla="*/ 6171 w 21556"/>
                  <a:gd name="connsiteY3-584" fmla="*/ 3762 h 11994"/>
                  <a:gd name="connsiteX4-585" fmla="*/ 4141 w 21556"/>
                  <a:gd name="connsiteY4-586" fmla="*/ 6252 h 11994"/>
                  <a:gd name="connsiteX5-587" fmla="*/ 81 w 21556"/>
                  <a:gd name="connsiteY5-588" fmla="*/ 11233 h 11994"/>
                  <a:gd name="connsiteX6-589" fmla="*/ 81 w 21556"/>
                  <a:gd name="connsiteY6-590" fmla="*/ 11837 h 11994"/>
                  <a:gd name="connsiteX7-591" fmla="*/ 392 w 21556"/>
                  <a:gd name="connsiteY7-592" fmla="*/ 11986 h 11994"/>
                  <a:gd name="connsiteX8-593" fmla="*/ 12498 w 21556"/>
                  <a:gd name="connsiteY8-594" fmla="*/ 11986 h 11994"/>
                  <a:gd name="connsiteX9-595" fmla="*/ 13012 w 21556"/>
                  <a:gd name="connsiteY9-596" fmla="*/ 11891 h 11994"/>
                  <a:gd name="connsiteX10-597" fmla="*/ 13507 w 21556"/>
                  <a:gd name="connsiteY10-598" fmla="*/ 11532 h 11994"/>
                  <a:gd name="connsiteX11-599" fmla="*/ 13992 w 21556"/>
                  <a:gd name="connsiteY11-600" fmla="*/ 11037 h 11994"/>
                  <a:gd name="connsiteX12-601" fmla="*/ 17966 w 21556"/>
                  <a:gd name="connsiteY12-602" fmla="*/ 6133 h 11994"/>
                  <a:gd name="connsiteX13-603" fmla="*/ 19953 w 21556"/>
                  <a:gd name="connsiteY13-604" fmla="*/ 3681 h 11994"/>
                  <a:gd name="connsiteX14-605" fmla="*/ 20946 w 21556"/>
                  <a:gd name="connsiteY14-606" fmla="*/ 2455 h 11994"/>
                  <a:gd name="connsiteX15-607" fmla="*/ 21404 w 21556"/>
                  <a:gd name="connsiteY15-608" fmla="*/ 1866 h 11994"/>
                  <a:gd name="connsiteX16-609" fmla="*/ 21553 w 21556"/>
                  <a:gd name="connsiteY16-610" fmla="*/ 1128 h 11994"/>
                  <a:gd name="connsiteX17-611" fmla="*/ 21354 w 21556"/>
                  <a:gd name="connsiteY17-612" fmla="*/ 510 h 11994"/>
                  <a:gd name="connsiteX18-613" fmla="*/ 20946 w 21556"/>
                  <a:gd name="connsiteY18-614" fmla="*/ 0 h 11994"/>
                  <a:gd name="connsiteX0-615" fmla="*/ 21354 w 21556"/>
                  <a:gd name="connsiteY0-616" fmla="*/ 0 h 11484"/>
                  <a:gd name="connsiteX1-617" fmla="*/ 7792 w 21556"/>
                  <a:gd name="connsiteY1-618" fmla="*/ 476 h 11484"/>
                  <a:gd name="connsiteX2-619" fmla="*/ 7572 w 21556"/>
                  <a:gd name="connsiteY2-620" fmla="*/ 1521 h 11484"/>
                  <a:gd name="connsiteX3-621" fmla="*/ 6171 w 21556"/>
                  <a:gd name="connsiteY3-622" fmla="*/ 3252 h 11484"/>
                  <a:gd name="connsiteX4-623" fmla="*/ 4141 w 21556"/>
                  <a:gd name="connsiteY4-624" fmla="*/ 5742 h 11484"/>
                  <a:gd name="connsiteX5-625" fmla="*/ 81 w 21556"/>
                  <a:gd name="connsiteY5-626" fmla="*/ 10723 h 11484"/>
                  <a:gd name="connsiteX6-627" fmla="*/ 81 w 21556"/>
                  <a:gd name="connsiteY6-628" fmla="*/ 11327 h 11484"/>
                  <a:gd name="connsiteX7-629" fmla="*/ 392 w 21556"/>
                  <a:gd name="connsiteY7-630" fmla="*/ 11476 h 11484"/>
                  <a:gd name="connsiteX8-631" fmla="*/ 12498 w 21556"/>
                  <a:gd name="connsiteY8-632" fmla="*/ 11476 h 11484"/>
                  <a:gd name="connsiteX9-633" fmla="*/ 13012 w 21556"/>
                  <a:gd name="connsiteY9-634" fmla="*/ 11381 h 11484"/>
                  <a:gd name="connsiteX10-635" fmla="*/ 13507 w 21556"/>
                  <a:gd name="connsiteY10-636" fmla="*/ 11022 h 11484"/>
                  <a:gd name="connsiteX11-637" fmla="*/ 13992 w 21556"/>
                  <a:gd name="connsiteY11-638" fmla="*/ 10527 h 11484"/>
                  <a:gd name="connsiteX12-639" fmla="*/ 17966 w 21556"/>
                  <a:gd name="connsiteY12-640" fmla="*/ 5623 h 11484"/>
                  <a:gd name="connsiteX13-641" fmla="*/ 19953 w 21556"/>
                  <a:gd name="connsiteY13-642" fmla="*/ 3171 h 11484"/>
                  <a:gd name="connsiteX14-643" fmla="*/ 20946 w 21556"/>
                  <a:gd name="connsiteY14-644" fmla="*/ 1945 h 11484"/>
                  <a:gd name="connsiteX15-645" fmla="*/ 21404 w 21556"/>
                  <a:gd name="connsiteY15-646" fmla="*/ 1356 h 11484"/>
                  <a:gd name="connsiteX16-647" fmla="*/ 21553 w 21556"/>
                  <a:gd name="connsiteY16-648" fmla="*/ 618 h 11484"/>
                  <a:gd name="connsiteX17-649" fmla="*/ 21354 w 21556"/>
                  <a:gd name="connsiteY17-650" fmla="*/ 0 h 11484"/>
                  <a:gd name="connsiteX0-651" fmla="*/ 21553 w 21556"/>
                  <a:gd name="connsiteY0-652" fmla="*/ 206 h 11072"/>
                  <a:gd name="connsiteX1-653" fmla="*/ 7792 w 21556"/>
                  <a:gd name="connsiteY1-654" fmla="*/ 64 h 11072"/>
                  <a:gd name="connsiteX2-655" fmla="*/ 7572 w 21556"/>
                  <a:gd name="connsiteY2-656" fmla="*/ 1109 h 11072"/>
                  <a:gd name="connsiteX3-657" fmla="*/ 6171 w 21556"/>
                  <a:gd name="connsiteY3-658" fmla="*/ 2840 h 11072"/>
                  <a:gd name="connsiteX4-659" fmla="*/ 4141 w 21556"/>
                  <a:gd name="connsiteY4-660" fmla="*/ 5330 h 11072"/>
                  <a:gd name="connsiteX5-661" fmla="*/ 81 w 21556"/>
                  <a:gd name="connsiteY5-662" fmla="*/ 10311 h 11072"/>
                  <a:gd name="connsiteX6-663" fmla="*/ 81 w 21556"/>
                  <a:gd name="connsiteY6-664" fmla="*/ 10915 h 11072"/>
                  <a:gd name="connsiteX7-665" fmla="*/ 392 w 21556"/>
                  <a:gd name="connsiteY7-666" fmla="*/ 11064 h 11072"/>
                  <a:gd name="connsiteX8-667" fmla="*/ 12498 w 21556"/>
                  <a:gd name="connsiteY8-668" fmla="*/ 11064 h 11072"/>
                  <a:gd name="connsiteX9-669" fmla="*/ 13012 w 21556"/>
                  <a:gd name="connsiteY9-670" fmla="*/ 10969 h 11072"/>
                  <a:gd name="connsiteX10-671" fmla="*/ 13507 w 21556"/>
                  <a:gd name="connsiteY10-672" fmla="*/ 10610 h 11072"/>
                  <a:gd name="connsiteX11-673" fmla="*/ 13992 w 21556"/>
                  <a:gd name="connsiteY11-674" fmla="*/ 10115 h 11072"/>
                  <a:gd name="connsiteX12-675" fmla="*/ 17966 w 21556"/>
                  <a:gd name="connsiteY12-676" fmla="*/ 5211 h 11072"/>
                  <a:gd name="connsiteX13-677" fmla="*/ 19953 w 21556"/>
                  <a:gd name="connsiteY13-678" fmla="*/ 2759 h 11072"/>
                  <a:gd name="connsiteX14-679" fmla="*/ 20946 w 21556"/>
                  <a:gd name="connsiteY14-680" fmla="*/ 1533 h 11072"/>
                  <a:gd name="connsiteX15-681" fmla="*/ 21404 w 21556"/>
                  <a:gd name="connsiteY15-682" fmla="*/ 944 h 11072"/>
                  <a:gd name="connsiteX16-683" fmla="*/ 21553 w 21556"/>
                  <a:gd name="connsiteY16-684" fmla="*/ 206 h 110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sp>
            <p:nvSpPr>
              <p:cNvPr id="40" name="îsḻïdè"/>
              <p:cNvSpPr/>
              <p:nvPr>
                <p:custDataLst>
                  <p:tags r:id="rId13"/>
                </p:custDataLst>
              </p:nvPr>
            </p:nvSpPr>
            <p:spPr bwMode="auto">
              <a:xfrm flipV="1">
                <a:off x="7768474" y="1747497"/>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1" fmla="*/ 12498 w 21556"/>
                  <a:gd name="connsiteY0-2" fmla="*/ 3 h 21546"/>
                  <a:gd name="connsiteX1-3" fmla="*/ 81 w 21556"/>
                  <a:gd name="connsiteY1-4" fmla="*/ 749 h 21546"/>
                  <a:gd name="connsiteX2-5" fmla="*/ 4141 w 21556"/>
                  <a:gd name="connsiteY2-6" fmla="*/ 5786 h 21546"/>
                  <a:gd name="connsiteX3-7" fmla="*/ 6171 w 21556"/>
                  <a:gd name="connsiteY3-8" fmla="*/ 8305 h 21546"/>
                  <a:gd name="connsiteX4-9" fmla="*/ 7562 w 21556"/>
                  <a:gd name="connsiteY4-10" fmla="*/ 9933 h 21546"/>
                  <a:gd name="connsiteX5-11" fmla="*/ 7792 w 21556"/>
                  <a:gd name="connsiteY5-12" fmla="*/ 10538 h 21546"/>
                  <a:gd name="connsiteX6-13" fmla="*/ 7572 w 21556"/>
                  <a:gd name="connsiteY6-14" fmla="*/ 11583 h 21546"/>
                  <a:gd name="connsiteX7-15" fmla="*/ 6171 w 21556"/>
                  <a:gd name="connsiteY7-16" fmla="*/ 13314 h 21546"/>
                  <a:gd name="connsiteX8-17" fmla="*/ 4141 w 21556"/>
                  <a:gd name="connsiteY8-18" fmla="*/ 15804 h 21546"/>
                  <a:gd name="connsiteX9-19" fmla="*/ 81 w 21556"/>
                  <a:gd name="connsiteY9-20" fmla="*/ 20785 h 21546"/>
                  <a:gd name="connsiteX10-21" fmla="*/ 81 w 21556"/>
                  <a:gd name="connsiteY10-22" fmla="*/ 21389 h 21546"/>
                  <a:gd name="connsiteX11-23" fmla="*/ 392 w 21556"/>
                  <a:gd name="connsiteY11-24" fmla="*/ 21538 h 21546"/>
                  <a:gd name="connsiteX12-25" fmla="*/ 12498 w 21556"/>
                  <a:gd name="connsiteY12-26" fmla="*/ 21538 h 21546"/>
                  <a:gd name="connsiteX13-27" fmla="*/ 13012 w 21556"/>
                  <a:gd name="connsiteY13-28" fmla="*/ 21443 h 21546"/>
                  <a:gd name="connsiteX14-29" fmla="*/ 13507 w 21556"/>
                  <a:gd name="connsiteY14-30" fmla="*/ 21084 h 21546"/>
                  <a:gd name="connsiteX15-31" fmla="*/ 13992 w 21556"/>
                  <a:gd name="connsiteY15-32" fmla="*/ 20589 h 21546"/>
                  <a:gd name="connsiteX16-33" fmla="*/ 17966 w 21556"/>
                  <a:gd name="connsiteY16-34" fmla="*/ 15685 h 21546"/>
                  <a:gd name="connsiteX17-35" fmla="*/ 19953 w 21556"/>
                  <a:gd name="connsiteY17-36" fmla="*/ 13233 h 21546"/>
                  <a:gd name="connsiteX18-37" fmla="*/ 20946 w 21556"/>
                  <a:gd name="connsiteY18-38" fmla="*/ 12007 h 21546"/>
                  <a:gd name="connsiteX19-39" fmla="*/ 21404 w 21556"/>
                  <a:gd name="connsiteY19-40" fmla="*/ 11418 h 21546"/>
                  <a:gd name="connsiteX20-41" fmla="*/ 21553 w 21556"/>
                  <a:gd name="connsiteY20-42" fmla="*/ 10680 h 21546"/>
                  <a:gd name="connsiteX21-43" fmla="*/ 21354 w 21556"/>
                  <a:gd name="connsiteY21-44" fmla="*/ 10062 h 21546"/>
                  <a:gd name="connsiteX22-45" fmla="*/ 20946 w 21556"/>
                  <a:gd name="connsiteY22-46" fmla="*/ 9552 h 21546"/>
                  <a:gd name="connsiteX23-47" fmla="*/ 19953 w 21556"/>
                  <a:gd name="connsiteY23-48" fmla="*/ 8322 h 21546"/>
                  <a:gd name="connsiteX24-49" fmla="*/ 17966 w 21556"/>
                  <a:gd name="connsiteY24-50" fmla="*/ 5863 h 21546"/>
                  <a:gd name="connsiteX25-51" fmla="*/ 13992 w 21556"/>
                  <a:gd name="connsiteY25-52" fmla="*/ 945 h 21546"/>
                  <a:gd name="connsiteX26-53" fmla="*/ 13507 w 21556"/>
                  <a:gd name="connsiteY26-54" fmla="*/ 457 h 21546"/>
                  <a:gd name="connsiteX27-55" fmla="*/ 13012 w 21556"/>
                  <a:gd name="connsiteY27-56" fmla="*/ 98 h 21546"/>
                  <a:gd name="connsiteX28-57" fmla="*/ 12498 w 21556"/>
                  <a:gd name="connsiteY28-58" fmla="*/ 3 h 21546"/>
                  <a:gd name="connsiteX0-59" fmla="*/ 12498 w 21556"/>
                  <a:gd name="connsiteY0-60" fmla="*/ 3 h 21546"/>
                  <a:gd name="connsiteX1-61" fmla="*/ 4141 w 21556"/>
                  <a:gd name="connsiteY1-62" fmla="*/ 5786 h 21546"/>
                  <a:gd name="connsiteX2-63" fmla="*/ 6171 w 21556"/>
                  <a:gd name="connsiteY2-64" fmla="*/ 8305 h 21546"/>
                  <a:gd name="connsiteX3-65" fmla="*/ 7562 w 21556"/>
                  <a:gd name="connsiteY3-66" fmla="*/ 9933 h 21546"/>
                  <a:gd name="connsiteX4-67" fmla="*/ 7792 w 21556"/>
                  <a:gd name="connsiteY4-68" fmla="*/ 10538 h 21546"/>
                  <a:gd name="connsiteX5-69" fmla="*/ 7572 w 21556"/>
                  <a:gd name="connsiteY5-70" fmla="*/ 11583 h 21546"/>
                  <a:gd name="connsiteX6-71" fmla="*/ 6171 w 21556"/>
                  <a:gd name="connsiteY6-72" fmla="*/ 13314 h 21546"/>
                  <a:gd name="connsiteX7-73" fmla="*/ 4141 w 21556"/>
                  <a:gd name="connsiteY7-74" fmla="*/ 15804 h 21546"/>
                  <a:gd name="connsiteX8-75" fmla="*/ 81 w 21556"/>
                  <a:gd name="connsiteY8-76" fmla="*/ 20785 h 21546"/>
                  <a:gd name="connsiteX9-77" fmla="*/ 81 w 21556"/>
                  <a:gd name="connsiteY9-78" fmla="*/ 21389 h 21546"/>
                  <a:gd name="connsiteX10-79" fmla="*/ 392 w 21556"/>
                  <a:gd name="connsiteY10-80" fmla="*/ 21538 h 21546"/>
                  <a:gd name="connsiteX11-81" fmla="*/ 12498 w 21556"/>
                  <a:gd name="connsiteY11-82" fmla="*/ 21538 h 21546"/>
                  <a:gd name="connsiteX12-83" fmla="*/ 13012 w 21556"/>
                  <a:gd name="connsiteY12-84" fmla="*/ 21443 h 21546"/>
                  <a:gd name="connsiteX13-85" fmla="*/ 13507 w 21556"/>
                  <a:gd name="connsiteY13-86" fmla="*/ 21084 h 21546"/>
                  <a:gd name="connsiteX14-87" fmla="*/ 13992 w 21556"/>
                  <a:gd name="connsiteY14-88" fmla="*/ 20589 h 21546"/>
                  <a:gd name="connsiteX15-89" fmla="*/ 17966 w 21556"/>
                  <a:gd name="connsiteY15-90" fmla="*/ 15685 h 21546"/>
                  <a:gd name="connsiteX16-91" fmla="*/ 19953 w 21556"/>
                  <a:gd name="connsiteY16-92" fmla="*/ 13233 h 21546"/>
                  <a:gd name="connsiteX17-93" fmla="*/ 20946 w 21556"/>
                  <a:gd name="connsiteY17-94" fmla="*/ 12007 h 21546"/>
                  <a:gd name="connsiteX18-95" fmla="*/ 21404 w 21556"/>
                  <a:gd name="connsiteY18-96" fmla="*/ 11418 h 21546"/>
                  <a:gd name="connsiteX19-97" fmla="*/ 21553 w 21556"/>
                  <a:gd name="connsiteY19-98" fmla="*/ 10680 h 21546"/>
                  <a:gd name="connsiteX20-99" fmla="*/ 21354 w 21556"/>
                  <a:gd name="connsiteY20-100" fmla="*/ 10062 h 21546"/>
                  <a:gd name="connsiteX21-101" fmla="*/ 20946 w 21556"/>
                  <a:gd name="connsiteY21-102" fmla="*/ 9552 h 21546"/>
                  <a:gd name="connsiteX22-103" fmla="*/ 19953 w 21556"/>
                  <a:gd name="connsiteY22-104" fmla="*/ 8322 h 21546"/>
                  <a:gd name="connsiteX23-105" fmla="*/ 17966 w 21556"/>
                  <a:gd name="connsiteY23-106" fmla="*/ 5863 h 21546"/>
                  <a:gd name="connsiteX24-107" fmla="*/ 13992 w 21556"/>
                  <a:gd name="connsiteY24-108" fmla="*/ 945 h 21546"/>
                  <a:gd name="connsiteX25-109" fmla="*/ 13507 w 21556"/>
                  <a:gd name="connsiteY25-110" fmla="*/ 457 h 21546"/>
                  <a:gd name="connsiteX26-111" fmla="*/ 13012 w 21556"/>
                  <a:gd name="connsiteY26-112" fmla="*/ 98 h 21546"/>
                  <a:gd name="connsiteX27-113" fmla="*/ 12498 w 21556"/>
                  <a:gd name="connsiteY27-114" fmla="*/ 3 h 21546"/>
                  <a:gd name="connsiteX0-115" fmla="*/ 13012 w 21556"/>
                  <a:gd name="connsiteY0-116" fmla="*/ 0 h 21448"/>
                  <a:gd name="connsiteX1-117" fmla="*/ 4141 w 21556"/>
                  <a:gd name="connsiteY1-118" fmla="*/ 5688 h 21448"/>
                  <a:gd name="connsiteX2-119" fmla="*/ 6171 w 21556"/>
                  <a:gd name="connsiteY2-120" fmla="*/ 8207 h 21448"/>
                  <a:gd name="connsiteX3-121" fmla="*/ 7562 w 21556"/>
                  <a:gd name="connsiteY3-122" fmla="*/ 9835 h 21448"/>
                  <a:gd name="connsiteX4-123" fmla="*/ 7792 w 21556"/>
                  <a:gd name="connsiteY4-124" fmla="*/ 10440 h 21448"/>
                  <a:gd name="connsiteX5-125" fmla="*/ 7572 w 21556"/>
                  <a:gd name="connsiteY5-126" fmla="*/ 11485 h 21448"/>
                  <a:gd name="connsiteX6-127" fmla="*/ 6171 w 21556"/>
                  <a:gd name="connsiteY6-128" fmla="*/ 13216 h 21448"/>
                  <a:gd name="connsiteX7-129" fmla="*/ 4141 w 21556"/>
                  <a:gd name="connsiteY7-130" fmla="*/ 15706 h 21448"/>
                  <a:gd name="connsiteX8-131" fmla="*/ 81 w 21556"/>
                  <a:gd name="connsiteY8-132" fmla="*/ 20687 h 21448"/>
                  <a:gd name="connsiteX9-133" fmla="*/ 81 w 21556"/>
                  <a:gd name="connsiteY9-134" fmla="*/ 21291 h 21448"/>
                  <a:gd name="connsiteX10-135" fmla="*/ 392 w 21556"/>
                  <a:gd name="connsiteY10-136" fmla="*/ 21440 h 21448"/>
                  <a:gd name="connsiteX11-137" fmla="*/ 12498 w 21556"/>
                  <a:gd name="connsiteY11-138" fmla="*/ 21440 h 21448"/>
                  <a:gd name="connsiteX12-139" fmla="*/ 13012 w 21556"/>
                  <a:gd name="connsiteY12-140" fmla="*/ 21345 h 21448"/>
                  <a:gd name="connsiteX13-141" fmla="*/ 13507 w 21556"/>
                  <a:gd name="connsiteY13-142" fmla="*/ 20986 h 21448"/>
                  <a:gd name="connsiteX14-143" fmla="*/ 13992 w 21556"/>
                  <a:gd name="connsiteY14-144" fmla="*/ 20491 h 21448"/>
                  <a:gd name="connsiteX15-145" fmla="*/ 17966 w 21556"/>
                  <a:gd name="connsiteY15-146" fmla="*/ 15587 h 21448"/>
                  <a:gd name="connsiteX16-147" fmla="*/ 19953 w 21556"/>
                  <a:gd name="connsiteY16-148" fmla="*/ 13135 h 21448"/>
                  <a:gd name="connsiteX17-149" fmla="*/ 20946 w 21556"/>
                  <a:gd name="connsiteY17-150" fmla="*/ 11909 h 21448"/>
                  <a:gd name="connsiteX18-151" fmla="*/ 21404 w 21556"/>
                  <a:gd name="connsiteY18-152" fmla="*/ 11320 h 21448"/>
                  <a:gd name="connsiteX19-153" fmla="*/ 21553 w 21556"/>
                  <a:gd name="connsiteY19-154" fmla="*/ 10582 h 21448"/>
                  <a:gd name="connsiteX20-155" fmla="*/ 21354 w 21556"/>
                  <a:gd name="connsiteY20-156" fmla="*/ 9964 h 21448"/>
                  <a:gd name="connsiteX21-157" fmla="*/ 20946 w 21556"/>
                  <a:gd name="connsiteY21-158" fmla="*/ 9454 h 21448"/>
                  <a:gd name="connsiteX22-159" fmla="*/ 19953 w 21556"/>
                  <a:gd name="connsiteY22-160" fmla="*/ 8224 h 21448"/>
                  <a:gd name="connsiteX23-161" fmla="*/ 17966 w 21556"/>
                  <a:gd name="connsiteY23-162" fmla="*/ 5765 h 21448"/>
                  <a:gd name="connsiteX24-163" fmla="*/ 13992 w 21556"/>
                  <a:gd name="connsiteY24-164" fmla="*/ 847 h 21448"/>
                  <a:gd name="connsiteX25-165" fmla="*/ 13507 w 21556"/>
                  <a:gd name="connsiteY25-166" fmla="*/ 359 h 21448"/>
                  <a:gd name="connsiteX26-167" fmla="*/ 13012 w 21556"/>
                  <a:gd name="connsiteY26-168" fmla="*/ 0 h 21448"/>
                  <a:gd name="connsiteX0-169" fmla="*/ 13507 w 21556"/>
                  <a:gd name="connsiteY0-170" fmla="*/ 289 h 21378"/>
                  <a:gd name="connsiteX1-171" fmla="*/ 4141 w 21556"/>
                  <a:gd name="connsiteY1-172" fmla="*/ 5618 h 21378"/>
                  <a:gd name="connsiteX2-173" fmla="*/ 6171 w 21556"/>
                  <a:gd name="connsiteY2-174" fmla="*/ 8137 h 21378"/>
                  <a:gd name="connsiteX3-175" fmla="*/ 7562 w 21556"/>
                  <a:gd name="connsiteY3-176" fmla="*/ 9765 h 21378"/>
                  <a:gd name="connsiteX4-177" fmla="*/ 7792 w 21556"/>
                  <a:gd name="connsiteY4-178" fmla="*/ 10370 h 21378"/>
                  <a:gd name="connsiteX5-179" fmla="*/ 7572 w 21556"/>
                  <a:gd name="connsiteY5-180" fmla="*/ 11415 h 21378"/>
                  <a:gd name="connsiteX6-181" fmla="*/ 6171 w 21556"/>
                  <a:gd name="connsiteY6-182" fmla="*/ 13146 h 21378"/>
                  <a:gd name="connsiteX7-183" fmla="*/ 4141 w 21556"/>
                  <a:gd name="connsiteY7-184" fmla="*/ 15636 h 21378"/>
                  <a:gd name="connsiteX8-185" fmla="*/ 81 w 21556"/>
                  <a:gd name="connsiteY8-186" fmla="*/ 20617 h 21378"/>
                  <a:gd name="connsiteX9-187" fmla="*/ 81 w 21556"/>
                  <a:gd name="connsiteY9-188" fmla="*/ 21221 h 21378"/>
                  <a:gd name="connsiteX10-189" fmla="*/ 392 w 21556"/>
                  <a:gd name="connsiteY10-190" fmla="*/ 21370 h 21378"/>
                  <a:gd name="connsiteX11-191" fmla="*/ 12498 w 21556"/>
                  <a:gd name="connsiteY11-192" fmla="*/ 21370 h 21378"/>
                  <a:gd name="connsiteX12-193" fmla="*/ 13012 w 21556"/>
                  <a:gd name="connsiteY12-194" fmla="*/ 21275 h 21378"/>
                  <a:gd name="connsiteX13-195" fmla="*/ 13507 w 21556"/>
                  <a:gd name="connsiteY13-196" fmla="*/ 20916 h 21378"/>
                  <a:gd name="connsiteX14-197" fmla="*/ 13992 w 21556"/>
                  <a:gd name="connsiteY14-198" fmla="*/ 20421 h 21378"/>
                  <a:gd name="connsiteX15-199" fmla="*/ 17966 w 21556"/>
                  <a:gd name="connsiteY15-200" fmla="*/ 15517 h 21378"/>
                  <a:gd name="connsiteX16-201" fmla="*/ 19953 w 21556"/>
                  <a:gd name="connsiteY16-202" fmla="*/ 13065 h 21378"/>
                  <a:gd name="connsiteX17-203" fmla="*/ 20946 w 21556"/>
                  <a:gd name="connsiteY17-204" fmla="*/ 11839 h 21378"/>
                  <a:gd name="connsiteX18-205" fmla="*/ 21404 w 21556"/>
                  <a:gd name="connsiteY18-206" fmla="*/ 11250 h 21378"/>
                  <a:gd name="connsiteX19-207" fmla="*/ 21553 w 21556"/>
                  <a:gd name="connsiteY19-208" fmla="*/ 10512 h 21378"/>
                  <a:gd name="connsiteX20-209" fmla="*/ 21354 w 21556"/>
                  <a:gd name="connsiteY20-210" fmla="*/ 9894 h 21378"/>
                  <a:gd name="connsiteX21-211" fmla="*/ 20946 w 21556"/>
                  <a:gd name="connsiteY21-212" fmla="*/ 9384 h 21378"/>
                  <a:gd name="connsiteX22-213" fmla="*/ 19953 w 21556"/>
                  <a:gd name="connsiteY22-214" fmla="*/ 8154 h 21378"/>
                  <a:gd name="connsiteX23-215" fmla="*/ 17966 w 21556"/>
                  <a:gd name="connsiteY23-216" fmla="*/ 5695 h 21378"/>
                  <a:gd name="connsiteX24-217" fmla="*/ 13992 w 21556"/>
                  <a:gd name="connsiteY24-218" fmla="*/ 777 h 21378"/>
                  <a:gd name="connsiteX25-219" fmla="*/ 13507 w 21556"/>
                  <a:gd name="connsiteY25-220" fmla="*/ 289 h 21378"/>
                  <a:gd name="connsiteX0-221" fmla="*/ 13992 w 21556"/>
                  <a:gd name="connsiteY0-222" fmla="*/ 1 h 20602"/>
                  <a:gd name="connsiteX1-223" fmla="*/ 4141 w 21556"/>
                  <a:gd name="connsiteY1-224" fmla="*/ 4842 h 20602"/>
                  <a:gd name="connsiteX2-225" fmla="*/ 6171 w 21556"/>
                  <a:gd name="connsiteY2-226" fmla="*/ 7361 h 20602"/>
                  <a:gd name="connsiteX3-227" fmla="*/ 7562 w 21556"/>
                  <a:gd name="connsiteY3-228" fmla="*/ 8989 h 20602"/>
                  <a:gd name="connsiteX4-229" fmla="*/ 7792 w 21556"/>
                  <a:gd name="connsiteY4-230" fmla="*/ 9594 h 20602"/>
                  <a:gd name="connsiteX5-231" fmla="*/ 7572 w 21556"/>
                  <a:gd name="connsiteY5-232" fmla="*/ 10639 h 20602"/>
                  <a:gd name="connsiteX6-233" fmla="*/ 6171 w 21556"/>
                  <a:gd name="connsiteY6-234" fmla="*/ 12370 h 20602"/>
                  <a:gd name="connsiteX7-235" fmla="*/ 4141 w 21556"/>
                  <a:gd name="connsiteY7-236" fmla="*/ 14860 h 20602"/>
                  <a:gd name="connsiteX8-237" fmla="*/ 81 w 21556"/>
                  <a:gd name="connsiteY8-238" fmla="*/ 19841 h 20602"/>
                  <a:gd name="connsiteX9-239" fmla="*/ 81 w 21556"/>
                  <a:gd name="connsiteY9-240" fmla="*/ 20445 h 20602"/>
                  <a:gd name="connsiteX10-241" fmla="*/ 392 w 21556"/>
                  <a:gd name="connsiteY10-242" fmla="*/ 20594 h 20602"/>
                  <a:gd name="connsiteX11-243" fmla="*/ 12498 w 21556"/>
                  <a:gd name="connsiteY11-244" fmla="*/ 20594 h 20602"/>
                  <a:gd name="connsiteX12-245" fmla="*/ 13012 w 21556"/>
                  <a:gd name="connsiteY12-246" fmla="*/ 20499 h 20602"/>
                  <a:gd name="connsiteX13-247" fmla="*/ 13507 w 21556"/>
                  <a:gd name="connsiteY13-248" fmla="*/ 20140 h 20602"/>
                  <a:gd name="connsiteX14-249" fmla="*/ 13992 w 21556"/>
                  <a:gd name="connsiteY14-250" fmla="*/ 19645 h 20602"/>
                  <a:gd name="connsiteX15-251" fmla="*/ 17966 w 21556"/>
                  <a:gd name="connsiteY15-252" fmla="*/ 14741 h 20602"/>
                  <a:gd name="connsiteX16-253" fmla="*/ 19953 w 21556"/>
                  <a:gd name="connsiteY16-254" fmla="*/ 12289 h 20602"/>
                  <a:gd name="connsiteX17-255" fmla="*/ 20946 w 21556"/>
                  <a:gd name="connsiteY17-256" fmla="*/ 11063 h 20602"/>
                  <a:gd name="connsiteX18-257" fmla="*/ 21404 w 21556"/>
                  <a:gd name="connsiteY18-258" fmla="*/ 10474 h 20602"/>
                  <a:gd name="connsiteX19-259" fmla="*/ 21553 w 21556"/>
                  <a:gd name="connsiteY19-260" fmla="*/ 9736 h 20602"/>
                  <a:gd name="connsiteX20-261" fmla="*/ 21354 w 21556"/>
                  <a:gd name="connsiteY20-262" fmla="*/ 9118 h 20602"/>
                  <a:gd name="connsiteX21-263" fmla="*/ 20946 w 21556"/>
                  <a:gd name="connsiteY21-264" fmla="*/ 8608 h 20602"/>
                  <a:gd name="connsiteX22-265" fmla="*/ 19953 w 21556"/>
                  <a:gd name="connsiteY22-266" fmla="*/ 7378 h 20602"/>
                  <a:gd name="connsiteX23-267" fmla="*/ 17966 w 21556"/>
                  <a:gd name="connsiteY23-268" fmla="*/ 4919 h 20602"/>
                  <a:gd name="connsiteX24-269" fmla="*/ 13992 w 21556"/>
                  <a:gd name="connsiteY24-270" fmla="*/ 1 h 20602"/>
                  <a:gd name="connsiteX0-271" fmla="*/ 17966 w 21556"/>
                  <a:gd name="connsiteY0-272" fmla="*/ 77 h 15760"/>
                  <a:gd name="connsiteX1-273" fmla="*/ 4141 w 21556"/>
                  <a:gd name="connsiteY1-274" fmla="*/ 0 h 15760"/>
                  <a:gd name="connsiteX2-275" fmla="*/ 6171 w 21556"/>
                  <a:gd name="connsiteY2-276" fmla="*/ 2519 h 15760"/>
                  <a:gd name="connsiteX3-277" fmla="*/ 7562 w 21556"/>
                  <a:gd name="connsiteY3-278" fmla="*/ 4147 h 15760"/>
                  <a:gd name="connsiteX4-279" fmla="*/ 7792 w 21556"/>
                  <a:gd name="connsiteY4-280" fmla="*/ 4752 h 15760"/>
                  <a:gd name="connsiteX5-281" fmla="*/ 7572 w 21556"/>
                  <a:gd name="connsiteY5-282" fmla="*/ 5797 h 15760"/>
                  <a:gd name="connsiteX6-283" fmla="*/ 6171 w 21556"/>
                  <a:gd name="connsiteY6-284" fmla="*/ 7528 h 15760"/>
                  <a:gd name="connsiteX7-285" fmla="*/ 4141 w 21556"/>
                  <a:gd name="connsiteY7-286" fmla="*/ 10018 h 15760"/>
                  <a:gd name="connsiteX8-287" fmla="*/ 81 w 21556"/>
                  <a:gd name="connsiteY8-288" fmla="*/ 14999 h 15760"/>
                  <a:gd name="connsiteX9-289" fmla="*/ 81 w 21556"/>
                  <a:gd name="connsiteY9-290" fmla="*/ 15603 h 15760"/>
                  <a:gd name="connsiteX10-291" fmla="*/ 392 w 21556"/>
                  <a:gd name="connsiteY10-292" fmla="*/ 15752 h 15760"/>
                  <a:gd name="connsiteX11-293" fmla="*/ 12498 w 21556"/>
                  <a:gd name="connsiteY11-294" fmla="*/ 15752 h 15760"/>
                  <a:gd name="connsiteX12-295" fmla="*/ 13012 w 21556"/>
                  <a:gd name="connsiteY12-296" fmla="*/ 15657 h 15760"/>
                  <a:gd name="connsiteX13-297" fmla="*/ 13507 w 21556"/>
                  <a:gd name="connsiteY13-298" fmla="*/ 15298 h 15760"/>
                  <a:gd name="connsiteX14-299" fmla="*/ 13992 w 21556"/>
                  <a:gd name="connsiteY14-300" fmla="*/ 14803 h 15760"/>
                  <a:gd name="connsiteX15-301" fmla="*/ 17966 w 21556"/>
                  <a:gd name="connsiteY15-302" fmla="*/ 9899 h 15760"/>
                  <a:gd name="connsiteX16-303" fmla="*/ 19953 w 21556"/>
                  <a:gd name="connsiteY16-304" fmla="*/ 7447 h 15760"/>
                  <a:gd name="connsiteX17-305" fmla="*/ 20946 w 21556"/>
                  <a:gd name="connsiteY17-306" fmla="*/ 6221 h 15760"/>
                  <a:gd name="connsiteX18-307" fmla="*/ 21404 w 21556"/>
                  <a:gd name="connsiteY18-308" fmla="*/ 5632 h 15760"/>
                  <a:gd name="connsiteX19-309" fmla="*/ 21553 w 21556"/>
                  <a:gd name="connsiteY19-310" fmla="*/ 4894 h 15760"/>
                  <a:gd name="connsiteX20-311" fmla="*/ 21354 w 21556"/>
                  <a:gd name="connsiteY20-312" fmla="*/ 4276 h 15760"/>
                  <a:gd name="connsiteX21-313" fmla="*/ 20946 w 21556"/>
                  <a:gd name="connsiteY21-314" fmla="*/ 3766 h 15760"/>
                  <a:gd name="connsiteX22-315" fmla="*/ 19953 w 21556"/>
                  <a:gd name="connsiteY22-316" fmla="*/ 2536 h 15760"/>
                  <a:gd name="connsiteX23-317" fmla="*/ 17966 w 21556"/>
                  <a:gd name="connsiteY23-318" fmla="*/ 77 h 15760"/>
                  <a:gd name="connsiteX0-319" fmla="*/ 17966 w 21556"/>
                  <a:gd name="connsiteY0-320" fmla="*/ 0 h 15683"/>
                  <a:gd name="connsiteX1-321" fmla="*/ 6171 w 21556"/>
                  <a:gd name="connsiteY1-322" fmla="*/ 2442 h 15683"/>
                  <a:gd name="connsiteX2-323" fmla="*/ 7562 w 21556"/>
                  <a:gd name="connsiteY2-324" fmla="*/ 4070 h 15683"/>
                  <a:gd name="connsiteX3-325" fmla="*/ 7792 w 21556"/>
                  <a:gd name="connsiteY3-326" fmla="*/ 4675 h 15683"/>
                  <a:gd name="connsiteX4-327" fmla="*/ 7572 w 21556"/>
                  <a:gd name="connsiteY4-328" fmla="*/ 5720 h 15683"/>
                  <a:gd name="connsiteX5-329" fmla="*/ 6171 w 21556"/>
                  <a:gd name="connsiteY5-330" fmla="*/ 7451 h 15683"/>
                  <a:gd name="connsiteX6-331" fmla="*/ 4141 w 21556"/>
                  <a:gd name="connsiteY6-332" fmla="*/ 9941 h 15683"/>
                  <a:gd name="connsiteX7-333" fmla="*/ 81 w 21556"/>
                  <a:gd name="connsiteY7-334" fmla="*/ 14922 h 15683"/>
                  <a:gd name="connsiteX8-335" fmla="*/ 81 w 21556"/>
                  <a:gd name="connsiteY8-336" fmla="*/ 15526 h 15683"/>
                  <a:gd name="connsiteX9-337" fmla="*/ 392 w 21556"/>
                  <a:gd name="connsiteY9-338" fmla="*/ 15675 h 15683"/>
                  <a:gd name="connsiteX10-339" fmla="*/ 12498 w 21556"/>
                  <a:gd name="connsiteY10-340" fmla="*/ 15675 h 15683"/>
                  <a:gd name="connsiteX11-341" fmla="*/ 13012 w 21556"/>
                  <a:gd name="connsiteY11-342" fmla="*/ 15580 h 15683"/>
                  <a:gd name="connsiteX12-343" fmla="*/ 13507 w 21556"/>
                  <a:gd name="connsiteY12-344" fmla="*/ 15221 h 15683"/>
                  <a:gd name="connsiteX13-345" fmla="*/ 13992 w 21556"/>
                  <a:gd name="connsiteY13-346" fmla="*/ 14726 h 15683"/>
                  <a:gd name="connsiteX14-347" fmla="*/ 17966 w 21556"/>
                  <a:gd name="connsiteY14-348" fmla="*/ 9822 h 15683"/>
                  <a:gd name="connsiteX15-349" fmla="*/ 19953 w 21556"/>
                  <a:gd name="connsiteY15-350" fmla="*/ 7370 h 15683"/>
                  <a:gd name="connsiteX16-351" fmla="*/ 20946 w 21556"/>
                  <a:gd name="connsiteY16-352" fmla="*/ 6144 h 15683"/>
                  <a:gd name="connsiteX17-353" fmla="*/ 21404 w 21556"/>
                  <a:gd name="connsiteY17-354" fmla="*/ 5555 h 15683"/>
                  <a:gd name="connsiteX18-355" fmla="*/ 21553 w 21556"/>
                  <a:gd name="connsiteY18-356" fmla="*/ 4817 h 15683"/>
                  <a:gd name="connsiteX19-357" fmla="*/ 21354 w 21556"/>
                  <a:gd name="connsiteY19-358" fmla="*/ 4199 h 15683"/>
                  <a:gd name="connsiteX20-359" fmla="*/ 20946 w 21556"/>
                  <a:gd name="connsiteY20-360" fmla="*/ 3689 h 15683"/>
                  <a:gd name="connsiteX21-361" fmla="*/ 19953 w 21556"/>
                  <a:gd name="connsiteY21-362" fmla="*/ 2459 h 15683"/>
                  <a:gd name="connsiteX22-363" fmla="*/ 17966 w 21556"/>
                  <a:gd name="connsiteY22-364" fmla="*/ 0 h 15683"/>
                  <a:gd name="connsiteX0-365" fmla="*/ 17966 w 21556"/>
                  <a:gd name="connsiteY0-366" fmla="*/ 0 h 15683"/>
                  <a:gd name="connsiteX1-367" fmla="*/ 7562 w 21556"/>
                  <a:gd name="connsiteY1-368" fmla="*/ 4070 h 15683"/>
                  <a:gd name="connsiteX2-369" fmla="*/ 7792 w 21556"/>
                  <a:gd name="connsiteY2-370" fmla="*/ 4675 h 15683"/>
                  <a:gd name="connsiteX3-371" fmla="*/ 7572 w 21556"/>
                  <a:gd name="connsiteY3-372" fmla="*/ 5720 h 15683"/>
                  <a:gd name="connsiteX4-373" fmla="*/ 6171 w 21556"/>
                  <a:gd name="connsiteY4-374" fmla="*/ 7451 h 15683"/>
                  <a:gd name="connsiteX5-375" fmla="*/ 4141 w 21556"/>
                  <a:gd name="connsiteY5-376" fmla="*/ 9941 h 15683"/>
                  <a:gd name="connsiteX6-377" fmla="*/ 81 w 21556"/>
                  <a:gd name="connsiteY6-378" fmla="*/ 14922 h 15683"/>
                  <a:gd name="connsiteX7-379" fmla="*/ 81 w 21556"/>
                  <a:gd name="connsiteY7-380" fmla="*/ 15526 h 15683"/>
                  <a:gd name="connsiteX8-381" fmla="*/ 392 w 21556"/>
                  <a:gd name="connsiteY8-382" fmla="*/ 15675 h 15683"/>
                  <a:gd name="connsiteX9-383" fmla="*/ 12498 w 21556"/>
                  <a:gd name="connsiteY9-384" fmla="*/ 15675 h 15683"/>
                  <a:gd name="connsiteX10-385" fmla="*/ 13012 w 21556"/>
                  <a:gd name="connsiteY10-386" fmla="*/ 15580 h 15683"/>
                  <a:gd name="connsiteX11-387" fmla="*/ 13507 w 21556"/>
                  <a:gd name="connsiteY11-388" fmla="*/ 15221 h 15683"/>
                  <a:gd name="connsiteX12-389" fmla="*/ 13992 w 21556"/>
                  <a:gd name="connsiteY12-390" fmla="*/ 14726 h 15683"/>
                  <a:gd name="connsiteX13-391" fmla="*/ 17966 w 21556"/>
                  <a:gd name="connsiteY13-392" fmla="*/ 9822 h 15683"/>
                  <a:gd name="connsiteX14-393" fmla="*/ 19953 w 21556"/>
                  <a:gd name="connsiteY14-394" fmla="*/ 7370 h 15683"/>
                  <a:gd name="connsiteX15-395" fmla="*/ 20946 w 21556"/>
                  <a:gd name="connsiteY15-396" fmla="*/ 6144 h 15683"/>
                  <a:gd name="connsiteX16-397" fmla="*/ 21404 w 21556"/>
                  <a:gd name="connsiteY16-398" fmla="*/ 5555 h 15683"/>
                  <a:gd name="connsiteX17-399" fmla="*/ 21553 w 21556"/>
                  <a:gd name="connsiteY17-400" fmla="*/ 4817 h 15683"/>
                  <a:gd name="connsiteX18-401" fmla="*/ 21354 w 21556"/>
                  <a:gd name="connsiteY18-402" fmla="*/ 4199 h 15683"/>
                  <a:gd name="connsiteX19-403" fmla="*/ 20946 w 21556"/>
                  <a:gd name="connsiteY19-404" fmla="*/ 3689 h 15683"/>
                  <a:gd name="connsiteX20-405" fmla="*/ 19953 w 21556"/>
                  <a:gd name="connsiteY20-406" fmla="*/ 2459 h 15683"/>
                  <a:gd name="connsiteX21-407" fmla="*/ 17966 w 21556"/>
                  <a:gd name="connsiteY21-408" fmla="*/ 0 h 15683"/>
                  <a:gd name="connsiteX0-409" fmla="*/ 19953 w 21556"/>
                  <a:gd name="connsiteY0-410" fmla="*/ 0 h 13224"/>
                  <a:gd name="connsiteX1-411" fmla="*/ 7562 w 21556"/>
                  <a:gd name="connsiteY1-412" fmla="*/ 1611 h 13224"/>
                  <a:gd name="connsiteX2-413" fmla="*/ 7792 w 21556"/>
                  <a:gd name="connsiteY2-414" fmla="*/ 2216 h 13224"/>
                  <a:gd name="connsiteX3-415" fmla="*/ 7572 w 21556"/>
                  <a:gd name="connsiteY3-416" fmla="*/ 3261 h 13224"/>
                  <a:gd name="connsiteX4-417" fmla="*/ 6171 w 21556"/>
                  <a:gd name="connsiteY4-418" fmla="*/ 4992 h 13224"/>
                  <a:gd name="connsiteX5-419" fmla="*/ 4141 w 21556"/>
                  <a:gd name="connsiteY5-420" fmla="*/ 7482 h 13224"/>
                  <a:gd name="connsiteX6-421" fmla="*/ 81 w 21556"/>
                  <a:gd name="connsiteY6-422" fmla="*/ 12463 h 13224"/>
                  <a:gd name="connsiteX7-423" fmla="*/ 81 w 21556"/>
                  <a:gd name="connsiteY7-424" fmla="*/ 13067 h 13224"/>
                  <a:gd name="connsiteX8-425" fmla="*/ 392 w 21556"/>
                  <a:gd name="connsiteY8-426" fmla="*/ 13216 h 13224"/>
                  <a:gd name="connsiteX9-427" fmla="*/ 12498 w 21556"/>
                  <a:gd name="connsiteY9-428" fmla="*/ 13216 h 13224"/>
                  <a:gd name="connsiteX10-429" fmla="*/ 13012 w 21556"/>
                  <a:gd name="connsiteY10-430" fmla="*/ 13121 h 13224"/>
                  <a:gd name="connsiteX11-431" fmla="*/ 13507 w 21556"/>
                  <a:gd name="connsiteY11-432" fmla="*/ 12762 h 13224"/>
                  <a:gd name="connsiteX12-433" fmla="*/ 13992 w 21556"/>
                  <a:gd name="connsiteY12-434" fmla="*/ 12267 h 13224"/>
                  <a:gd name="connsiteX13-435" fmla="*/ 17966 w 21556"/>
                  <a:gd name="connsiteY13-436" fmla="*/ 7363 h 13224"/>
                  <a:gd name="connsiteX14-437" fmla="*/ 19953 w 21556"/>
                  <a:gd name="connsiteY14-438" fmla="*/ 4911 h 13224"/>
                  <a:gd name="connsiteX15-439" fmla="*/ 20946 w 21556"/>
                  <a:gd name="connsiteY15-440" fmla="*/ 3685 h 13224"/>
                  <a:gd name="connsiteX16-441" fmla="*/ 21404 w 21556"/>
                  <a:gd name="connsiteY16-442" fmla="*/ 3096 h 13224"/>
                  <a:gd name="connsiteX17-443" fmla="*/ 21553 w 21556"/>
                  <a:gd name="connsiteY17-444" fmla="*/ 2358 h 13224"/>
                  <a:gd name="connsiteX18-445" fmla="*/ 21354 w 21556"/>
                  <a:gd name="connsiteY18-446" fmla="*/ 1740 h 13224"/>
                  <a:gd name="connsiteX19-447" fmla="*/ 20946 w 21556"/>
                  <a:gd name="connsiteY19-448" fmla="*/ 1230 h 13224"/>
                  <a:gd name="connsiteX20-449" fmla="*/ 19953 w 21556"/>
                  <a:gd name="connsiteY20-450" fmla="*/ 0 h 13224"/>
                  <a:gd name="connsiteX0-451" fmla="*/ 19953 w 21556"/>
                  <a:gd name="connsiteY0-452" fmla="*/ 0 h 13224"/>
                  <a:gd name="connsiteX1-453" fmla="*/ 7562 w 21556"/>
                  <a:gd name="connsiteY1-454" fmla="*/ 1611 h 13224"/>
                  <a:gd name="connsiteX2-455" fmla="*/ 7792 w 21556"/>
                  <a:gd name="connsiteY2-456" fmla="*/ 2216 h 13224"/>
                  <a:gd name="connsiteX3-457" fmla="*/ 7613 w 21556"/>
                  <a:gd name="connsiteY3-458" fmla="*/ 1590 h 13224"/>
                  <a:gd name="connsiteX4-459" fmla="*/ 7572 w 21556"/>
                  <a:gd name="connsiteY4-460" fmla="*/ 3261 h 13224"/>
                  <a:gd name="connsiteX5-461" fmla="*/ 6171 w 21556"/>
                  <a:gd name="connsiteY5-462" fmla="*/ 4992 h 13224"/>
                  <a:gd name="connsiteX6-463" fmla="*/ 4141 w 21556"/>
                  <a:gd name="connsiteY6-464" fmla="*/ 7482 h 13224"/>
                  <a:gd name="connsiteX7-465" fmla="*/ 81 w 21556"/>
                  <a:gd name="connsiteY7-466" fmla="*/ 12463 h 13224"/>
                  <a:gd name="connsiteX8-467" fmla="*/ 81 w 21556"/>
                  <a:gd name="connsiteY8-468" fmla="*/ 13067 h 13224"/>
                  <a:gd name="connsiteX9-469" fmla="*/ 392 w 21556"/>
                  <a:gd name="connsiteY9-470" fmla="*/ 13216 h 13224"/>
                  <a:gd name="connsiteX10-471" fmla="*/ 12498 w 21556"/>
                  <a:gd name="connsiteY10-472" fmla="*/ 13216 h 13224"/>
                  <a:gd name="connsiteX11-473" fmla="*/ 13012 w 21556"/>
                  <a:gd name="connsiteY11-474" fmla="*/ 13121 h 13224"/>
                  <a:gd name="connsiteX12-475" fmla="*/ 13507 w 21556"/>
                  <a:gd name="connsiteY12-476" fmla="*/ 12762 h 13224"/>
                  <a:gd name="connsiteX13-477" fmla="*/ 13992 w 21556"/>
                  <a:gd name="connsiteY13-478" fmla="*/ 12267 h 13224"/>
                  <a:gd name="connsiteX14-479" fmla="*/ 17966 w 21556"/>
                  <a:gd name="connsiteY14-480" fmla="*/ 7363 h 13224"/>
                  <a:gd name="connsiteX15-481" fmla="*/ 19953 w 21556"/>
                  <a:gd name="connsiteY15-482" fmla="*/ 4911 h 13224"/>
                  <a:gd name="connsiteX16-483" fmla="*/ 20946 w 21556"/>
                  <a:gd name="connsiteY16-484" fmla="*/ 3685 h 13224"/>
                  <a:gd name="connsiteX17-485" fmla="*/ 21404 w 21556"/>
                  <a:gd name="connsiteY17-486" fmla="*/ 3096 h 13224"/>
                  <a:gd name="connsiteX18-487" fmla="*/ 21553 w 21556"/>
                  <a:gd name="connsiteY18-488" fmla="*/ 2358 h 13224"/>
                  <a:gd name="connsiteX19-489" fmla="*/ 21354 w 21556"/>
                  <a:gd name="connsiteY19-490" fmla="*/ 1740 h 13224"/>
                  <a:gd name="connsiteX20-491" fmla="*/ 20946 w 21556"/>
                  <a:gd name="connsiteY20-492" fmla="*/ 1230 h 13224"/>
                  <a:gd name="connsiteX21-493" fmla="*/ 19953 w 21556"/>
                  <a:gd name="connsiteY21-494" fmla="*/ 0 h 13224"/>
                  <a:gd name="connsiteX0-495" fmla="*/ 19953 w 21556"/>
                  <a:gd name="connsiteY0-496" fmla="*/ 0 h 13224"/>
                  <a:gd name="connsiteX1-497" fmla="*/ 7562 w 21556"/>
                  <a:gd name="connsiteY1-498" fmla="*/ 1611 h 13224"/>
                  <a:gd name="connsiteX2-499" fmla="*/ 7792 w 21556"/>
                  <a:gd name="connsiteY2-500" fmla="*/ 2216 h 13224"/>
                  <a:gd name="connsiteX3-501" fmla="*/ 7572 w 21556"/>
                  <a:gd name="connsiteY3-502" fmla="*/ 3261 h 13224"/>
                  <a:gd name="connsiteX4-503" fmla="*/ 6171 w 21556"/>
                  <a:gd name="connsiteY4-504" fmla="*/ 4992 h 13224"/>
                  <a:gd name="connsiteX5-505" fmla="*/ 4141 w 21556"/>
                  <a:gd name="connsiteY5-506" fmla="*/ 7482 h 13224"/>
                  <a:gd name="connsiteX6-507" fmla="*/ 81 w 21556"/>
                  <a:gd name="connsiteY6-508" fmla="*/ 12463 h 13224"/>
                  <a:gd name="connsiteX7-509" fmla="*/ 81 w 21556"/>
                  <a:gd name="connsiteY7-510" fmla="*/ 13067 h 13224"/>
                  <a:gd name="connsiteX8-511" fmla="*/ 392 w 21556"/>
                  <a:gd name="connsiteY8-512" fmla="*/ 13216 h 13224"/>
                  <a:gd name="connsiteX9-513" fmla="*/ 12498 w 21556"/>
                  <a:gd name="connsiteY9-514" fmla="*/ 13216 h 13224"/>
                  <a:gd name="connsiteX10-515" fmla="*/ 13012 w 21556"/>
                  <a:gd name="connsiteY10-516" fmla="*/ 13121 h 13224"/>
                  <a:gd name="connsiteX11-517" fmla="*/ 13507 w 21556"/>
                  <a:gd name="connsiteY11-518" fmla="*/ 12762 h 13224"/>
                  <a:gd name="connsiteX12-519" fmla="*/ 13992 w 21556"/>
                  <a:gd name="connsiteY12-520" fmla="*/ 12267 h 13224"/>
                  <a:gd name="connsiteX13-521" fmla="*/ 17966 w 21556"/>
                  <a:gd name="connsiteY13-522" fmla="*/ 7363 h 13224"/>
                  <a:gd name="connsiteX14-523" fmla="*/ 19953 w 21556"/>
                  <a:gd name="connsiteY14-524" fmla="*/ 4911 h 13224"/>
                  <a:gd name="connsiteX15-525" fmla="*/ 20946 w 21556"/>
                  <a:gd name="connsiteY15-526" fmla="*/ 3685 h 13224"/>
                  <a:gd name="connsiteX16-527" fmla="*/ 21404 w 21556"/>
                  <a:gd name="connsiteY16-528" fmla="*/ 3096 h 13224"/>
                  <a:gd name="connsiteX17-529" fmla="*/ 21553 w 21556"/>
                  <a:gd name="connsiteY17-530" fmla="*/ 2358 h 13224"/>
                  <a:gd name="connsiteX18-531" fmla="*/ 21354 w 21556"/>
                  <a:gd name="connsiteY18-532" fmla="*/ 1740 h 13224"/>
                  <a:gd name="connsiteX19-533" fmla="*/ 20946 w 21556"/>
                  <a:gd name="connsiteY19-534" fmla="*/ 1230 h 13224"/>
                  <a:gd name="connsiteX20-535" fmla="*/ 19953 w 21556"/>
                  <a:gd name="connsiteY20-536" fmla="*/ 0 h 13224"/>
                  <a:gd name="connsiteX0-537" fmla="*/ 19953 w 21556"/>
                  <a:gd name="connsiteY0-538" fmla="*/ 0 h 13224"/>
                  <a:gd name="connsiteX1-539" fmla="*/ 7792 w 21556"/>
                  <a:gd name="connsiteY1-540" fmla="*/ 2216 h 13224"/>
                  <a:gd name="connsiteX2-541" fmla="*/ 7572 w 21556"/>
                  <a:gd name="connsiteY2-542" fmla="*/ 3261 h 13224"/>
                  <a:gd name="connsiteX3-543" fmla="*/ 6171 w 21556"/>
                  <a:gd name="connsiteY3-544" fmla="*/ 4992 h 13224"/>
                  <a:gd name="connsiteX4-545" fmla="*/ 4141 w 21556"/>
                  <a:gd name="connsiteY4-546" fmla="*/ 7482 h 13224"/>
                  <a:gd name="connsiteX5-547" fmla="*/ 81 w 21556"/>
                  <a:gd name="connsiteY5-548" fmla="*/ 12463 h 13224"/>
                  <a:gd name="connsiteX6-549" fmla="*/ 81 w 21556"/>
                  <a:gd name="connsiteY6-550" fmla="*/ 13067 h 13224"/>
                  <a:gd name="connsiteX7-551" fmla="*/ 392 w 21556"/>
                  <a:gd name="connsiteY7-552" fmla="*/ 13216 h 13224"/>
                  <a:gd name="connsiteX8-553" fmla="*/ 12498 w 21556"/>
                  <a:gd name="connsiteY8-554" fmla="*/ 13216 h 13224"/>
                  <a:gd name="connsiteX9-555" fmla="*/ 13012 w 21556"/>
                  <a:gd name="connsiteY9-556" fmla="*/ 13121 h 13224"/>
                  <a:gd name="connsiteX10-557" fmla="*/ 13507 w 21556"/>
                  <a:gd name="connsiteY10-558" fmla="*/ 12762 h 13224"/>
                  <a:gd name="connsiteX11-559" fmla="*/ 13992 w 21556"/>
                  <a:gd name="connsiteY11-560" fmla="*/ 12267 h 13224"/>
                  <a:gd name="connsiteX12-561" fmla="*/ 17966 w 21556"/>
                  <a:gd name="connsiteY12-562" fmla="*/ 7363 h 13224"/>
                  <a:gd name="connsiteX13-563" fmla="*/ 19953 w 21556"/>
                  <a:gd name="connsiteY13-564" fmla="*/ 4911 h 13224"/>
                  <a:gd name="connsiteX14-565" fmla="*/ 20946 w 21556"/>
                  <a:gd name="connsiteY14-566" fmla="*/ 3685 h 13224"/>
                  <a:gd name="connsiteX15-567" fmla="*/ 21404 w 21556"/>
                  <a:gd name="connsiteY15-568" fmla="*/ 3096 h 13224"/>
                  <a:gd name="connsiteX16-569" fmla="*/ 21553 w 21556"/>
                  <a:gd name="connsiteY16-570" fmla="*/ 2358 h 13224"/>
                  <a:gd name="connsiteX17-571" fmla="*/ 21354 w 21556"/>
                  <a:gd name="connsiteY17-572" fmla="*/ 1740 h 13224"/>
                  <a:gd name="connsiteX18-573" fmla="*/ 20946 w 21556"/>
                  <a:gd name="connsiteY18-574" fmla="*/ 1230 h 13224"/>
                  <a:gd name="connsiteX19-575" fmla="*/ 19953 w 21556"/>
                  <a:gd name="connsiteY19-576" fmla="*/ 0 h 13224"/>
                  <a:gd name="connsiteX0-577" fmla="*/ 20946 w 21556"/>
                  <a:gd name="connsiteY0-578" fmla="*/ 0 h 11994"/>
                  <a:gd name="connsiteX1-579" fmla="*/ 7792 w 21556"/>
                  <a:gd name="connsiteY1-580" fmla="*/ 986 h 11994"/>
                  <a:gd name="connsiteX2-581" fmla="*/ 7572 w 21556"/>
                  <a:gd name="connsiteY2-582" fmla="*/ 2031 h 11994"/>
                  <a:gd name="connsiteX3-583" fmla="*/ 6171 w 21556"/>
                  <a:gd name="connsiteY3-584" fmla="*/ 3762 h 11994"/>
                  <a:gd name="connsiteX4-585" fmla="*/ 4141 w 21556"/>
                  <a:gd name="connsiteY4-586" fmla="*/ 6252 h 11994"/>
                  <a:gd name="connsiteX5-587" fmla="*/ 81 w 21556"/>
                  <a:gd name="connsiteY5-588" fmla="*/ 11233 h 11994"/>
                  <a:gd name="connsiteX6-589" fmla="*/ 81 w 21556"/>
                  <a:gd name="connsiteY6-590" fmla="*/ 11837 h 11994"/>
                  <a:gd name="connsiteX7-591" fmla="*/ 392 w 21556"/>
                  <a:gd name="connsiteY7-592" fmla="*/ 11986 h 11994"/>
                  <a:gd name="connsiteX8-593" fmla="*/ 12498 w 21556"/>
                  <a:gd name="connsiteY8-594" fmla="*/ 11986 h 11994"/>
                  <a:gd name="connsiteX9-595" fmla="*/ 13012 w 21556"/>
                  <a:gd name="connsiteY9-596" fmla="*/ 11891 h 11994"/>
                  <a:gd name="connsiteX10-597" fmla="*/ 13507 w 21556"/>
                  <a:gd name="connsiteY10-598" fmla="*/ 11532 h 11994"/>
                  <a:gd name="connsiteX11-599" fmla="*/ 13992 w 21556"/>
                  <a:gd name="connsiteY11-600" fmla="*/ 11037 h 11994"/>
                  <a:gd name="connsiteX12-601" fmla="*/ 17966 w 21556"/>
                  <a:gd name="connsiteY12-602" fmla="*/ 6133 h 11994"/>
                  <a:gd name="connsiteX13-603" fmla="*/ 19953 w 21556"/>
                  <a:gd name="connsiteY13-604" fmla="*/ 3681 h 11994"/>
                  <a:gd name="connsiteX14-605" fmla="*/ 20946 w 21556"/>
                  <a:gd name="connsiteY14-606" fmla="*/ 2455 h 11994"/>
                  <a:gd name="connsiteX15-607" fmla="*/ 21404 w 21556"/>
                  <a:gd name="connsiteY15-608" fmla="*/ 1866 h 11994"/>
                  <a:gd name="connsiteX16-609" fmla="*/ 21553 w 21556"/>
                  <a:gd name="connsiteY16-610" fmla="*/ 1128 h 11994"/>
                  <a:gd name="connsiteX17-611" fmla="*/ 21354 w 21556"/>
                  <a:gd name="connsiteY17-612" fmla="*/ 510 h 11994"/>
                  <a:gd name="connsiteX18-613" fmla="*/ 20946 w 21556"/>
                  <a:gd name="connsiteY18-614" fmla="*/ 0 h 11994"/>
                  <a:gd name="connsiteX0-615" fmla="*/ 21354 w 21556"/>
                  <a:gd name="connsiteY0-616" fmla="*/ 0 h 11484"/>
                  <a:gd name="connsiteX1-617" fmla="*/ 7792 w 21556"/>
                  <a:gd name="connsiteY1-618" fmla="*/ 476 h 11484"/>
                  <a:gd name="connsiteX2-619" fmla="*/ 7572 w 21556"/>
                  <a:gd name="connsiteY2-620" fmla="*/ 1521 h 11484"/>
                  <a:gd name="connsiteX3-621" fmla="*/ 6171 w 21556"/>
                  <a:gd name="connsiteY3-622" fmla="*/ 3252 h 11484"/>
                  <a:gd name="connsiteX4-623" fmla="*/ 4141 w 21556"/>
                  <a:gd name="connsiteY4-624" fmla="*/ 5742 h 11484"/>
                  <a:gd name="connsiteX5-625" fmla="*/ 81 w 21556"/>
                  <a:gd name="connsiteY5-626" fmla="*/ 10723 h 11484"/>
                  <a:gd name="connsiteX6-627" fmla="*/ 81 w 21556"/>
                  <a:gd name="connsiteY6-628" fmla="*/ 11327 h 11484"/>
                  <a:gd name="connsiteX7-629" fmla="*/ 392 w 21556"/>
                  <a:gd name="connsiteY7-630" fmla="*/ 11476 h 11484"/>
                  <a:gd name="connsiteX8-631" fmla="*/ 12498 w 21556"/>
                  <a:gd name="connsiteY8-632" fmla="*/ 11476 h 11484"/>
                  <a:gd name="connsiteX9-633" fmla="*/ 13012 w 21556"/>
                  <a:gd name="connsiteY9-634" fmla="*/ 11381 h 11484"/>
                  <a:gd name="connsiteX10-635" fmla="*/ 13507 w 21556"/>
                  <a:gd name="connsiteY10-636" fmla="*/ 11022 h 11484"/>
                  <a:gd name="connsiteX11-637" fmla="*/ 13992 w 21556"/>
                  <a:gd name="connsiteY11-638" fmla="*/ 10527 h 11484"/>
                  <a:gd name="connsiteX12-639" fmla="*/ 17966 w 21556"/>
                  <a:gd name="connsiteY12-640" fmla="*/ 5623 h 11484"/>
                  <a:gd name="connsiteX13-641" fmla="*/ 19953 w 21556"/>
                  <a:gd name="connsiteY13-642" fmla="*/ 3171 h 11484"/>
                  <a:gd name="connsiteX14-643" fmla="*/ 20946 w 21556"/>
                  <a:gd name="connsiteY14-644" fmla="*/ 1945 h 11484"/>
                  <a:gd name="connsiteX15-645" fmla="*/ 21404 w 21556"/>
                  <a:gd name="connsiteY15-646" fmla="*/ 1356 h 11484"/>
                  <a:gd name="connsiteX16-647" fmla="*/ 21553 w 21556"/>
                  <a:gd name="connsiteY16-648" fmla="*/ 618 h 11484"/>
                  <a:gd name="connsiteX17-649" fmla="*/ 21354 w 21556"/>
                  <a:gd name="connsiteY17-650" fmla="*/ 0 h 11484"/>
                  <a:gd name="connsiteX0-651" fmla="*/ 21553 w 21556"/>
                  <a:gd name="connsiteY0-652" fmla="*/ 206 h 11072"/>
                  <a:gd name="connsiteX1-653" fmla="*/ 7792 w 21556"/>
                  <a:gd name="connsiteY1-654" fmla="*/ 64 h 11072"/>
                  <a:gd name="connsiteX2-655" fmla="*/ 7572 w 21556"/>
                  <a:gd name="connsiteY2-656" fmla="*/ 1109 h 11072"/>
                  <a:gd name="connsiteX3-657" fmla="*/ 6171 w 21556"/>
                  <a:gd name="connsiteY3-658" fmla="*/ 2840 h 11072"/>
                  <a:gd name="connsiteX4-659" fmla="*/ 4141 w 21556"/>
                  <a:gd name="connsiteY4-660" fmla="*/ 5330 h 11072"/>
                  <a:gd name="connsiteX5-661" fmla="*/ 81 w 21556"/>
                  <a:gd name="connsiteY5-662" fmla="*/ 10311 h 11072"/>
                  <a:gd name="connsiteX6-663" fmla="*/ 81 w 21556"/>
                  <a:gd name="connsiteY6-664" fmla="*/ 10915 h 11072"/>
                  <a:gd name="connsiteX7-665" fmla="*/ 392 w 21556"/>
                  <a:gd name="connsiteY7-666" fmla="*/ 11064 h 11072"/>
                  <a:gd name="connsiteX8-667" fmla="*/ 12498 w 21556"/>
                  <a:gd name="connsiteY8-668" fmla="*/ 11064 h 11072"/>
                  <a:gd name="connsiteX9-669" fmla="*/ 13012 w 21556"/>
                  <a:gd name="connsiteY9-670" fmla="*/ 10969 h 11072"/>
                  <a:gd name="connsiteX10-671" fmla="*/ 13507 w 21556"/>
                  <a:gd name="connsiteY10-672" fmla="*/ 10610 h 11072"/>
                  <a:gd name="connsiteX11-673" fmla="*/ 13992 w 21556"/>
                  <a:gd name="connsiteY11-674" fmla="*/ 10115 h 11072"/>
                  <a:gd name="connsiteX12-675" fmla="*/ 17966 w 21556"/>
                  <a:gd name="connsiteY12-676" fmla="*/ 5211 h 11072"/>
                  <a:gd name="connsiteX13-677" fmla="*/ 19953 w 21556"/>
                  <a:gd name="connsiteY13-678" fmla="*/ 2759 h 11072"/>
                  <a:gd name="connsiteX14-679" fmla="*/ 20946 w 21556"/>
                  <a:gd name="connsiteY14-680" fmla="*/ 1533 h 11072"/>
                  <a:gd name="connsiteX15-681" fmla="*/ 21404 w 21556"/>
                  <a:gd name="connsiteY15-682" fmla="*/ 944 h 11072"/>
                  <a:gd name="connsiteX16-683" fmla="*/ 21553 w 21556"/>
                  <a:gd name="connsiteY16-684" fmla="*/ 206 h 110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grpSp>
        <p:sp>
          <p:nvSpPr>
            <p:cNvPr id="15" name="îşḻíḍé"/>
            <p:cNvSpPr/>
            <p:nvPr>
              <p:custDataLst>
                <p:tags r:id="rId14"/>
              </p:custDataLst>
            </p:nvPr>
          </p:nvSpPr>
          <p:spPr bwMode="auto">
            <a:xfrm>
              <a:off x="1592824"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sp>
          <p:nvSpPr>
            <p:cNvPr id="16" name="î$liḋê"/>
            <p:cNvSpPr/>
            <p:nvPr>
              <p:custDataLst>
                <p:tags r:id="rId15"/>
              </p:custDataLst>
            </p:nvPr>
          </p:nvSpPr>
          <p:spPr bwMode="auto">
            <a:xfrm>
              <a:off x="1184356"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grpSp>
          <p:nvGrpSpPr>
            <p:cNvPr id="17" name="íşļïḋè"/>
            <p:cNvGrpSpPr/>
            <p:nvPr/>
          </p:nvGrpSpPr>
          <p:grpSpPr>
            <a:xfrm>
              <a:off x="775891" y="3611716"/>
              <a:ext cx="621584" cy="183515"/>
              <a:chOff x="2710657" y="1989591"/>
              <a:chExt cx="500063" cy="147638"/>
            </a:xfrm>
            <a:grpFill/>
          </p:grpSpPr>
          <p:sp>
            <p:nvSpPr>
              <p:cNvPr id="36" name="îŝlïďé"/>
              <p:cNvSpPr/>
              <p:nvPr>
                <p:custDataLst>
                  <p:tags r:id="rId16"/>
                </p:custDataLst>
              </p:nvPr>
            </p:nvSpPr>
            <p:spPr bwMode="auto">
              <a:xfrm rot="5400000">
                <a:off x="3095626"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37" name="íṣḷiḋê"/>
              <p:cNvSpPr/>
              <p:nvPr>
                <p:custDataLst>
                  <p:tags r:id="rId17"/>
                </p:custDataLst>
              </p:nvPr>
            </p:nvSpPr>
            <p:spPr bwMode="auto">
              <a:xfrm rot="5400000">
                <a:off x="2883694"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38" name="íṧ1íďê"/>
              <p:cNvSpPr/>
              <p:nvPr>
                <p:custDataLst>
                  <p:tags r:id="rId18"/>
                </p:custDataLst>
              </p:nvPr>
            </p:nvSpPr>
            <p:spPr bwMode="auto">
              <a:xfrm rot="5400000">
                <a:off x="2678113"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grpSp>
        <p:grpSp>
          <p:nvGrpSpPr>
            <p:cNvPr id="18" name="îšľïḑè"/>
            <p:cNvGrpSpPr/>
            <p:nvPr/>
          </p:nvGrpSpPr>
          <p:grpSpPr>
            <a:xfrm>
              <a:off x="1999322" y="3399083"/>
              <a:ext cx="1075389" cy="607795"/>
              <a:chOff x="2501167" y="1747497"/>
              <a:chExt cx="865148" cy="631034"/>
            </a:xfrm>
            <a:grpFill/>
          </p:grpSpPr>
          <p:sp>
            <p:nvSpPr>
              <p:cNvPr id="34" name="îŝḷiḋè"/>
              <p:cNvSpPr/>
              <p:nvPr>
                <p:custDataLst>
                  <p:tags r:id="rId19"/>
                </p:custDataLst>
              </p:nvPr>
            </p:nvSpPr>
            <p:spPr bwMode="auto">
              <a:xfrm>
                <a:off x="2501167" y="2054772"/>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1" fmla="*/ 12498 w 21556"/>
                  <a:gd name="connsiteY0-2" fmla="*/ 3 h 21546"/>
                  <a:gd name="connsiteX1-3" fmla="*/ 81 w 21556"/>
                  <a:gd name="connsiteY1-4" fmla="*/ 749 h 21546"/>
                  <a:gd name="connsiteX2-5" fmla="*/ 4141 w 21556"/>
                  <a:gd name="connsiteY2-6" fmla="*/ 5786 h 21546"/>
                  <a:gd name="connsiteX3-7" fmla="*/ 6171 w 21556"/>
                  <a:gd name="connsiteY3-8" fmla="*/ 8305 h 21546"/>
                  <a:gd name="connsiteX4-9" fmla="*/ 7562 w 21556"/>
                  <a:gd name="connsiteY4-10" fmla="*/ 9933 h 21546"/>
                  <a:gd name="connsiteX5-11" fmla="*/ 7792 w 21556"/>
                  <a:gd name="connsiteY5-12" fmla="*/ 10538 h 21546"/>
                  <a:gd name="connsiteX6-13" fmla="*/ 7572 w 21556"/>
                  <a:gd name="connsiteY6-14" fmla="*/ 11583 h 21546"/>
                  <a:gd name="connsiteX7-15" fmla="*/ 6171 w 21556"/>
                  <a:gd name="connsiteY7-16" fmla="*/ 13314 h 21546"/>
                  <a:gd name="connsiteX8-17" fmla="*/ 4141 w 21556"/>
                  <a:gd name="connsiteY8-18" fmla="*/ 15804 h 21546"/>
                  <a:gd name="connsiteX9-19" fmla="*/ 81 w 21556"/>
                  <a:gd name="connsiteY9-20" fmla="*/ 20785 h 21546"/>
                  <a:gd name="connsiteX10-21" fmla="*/ 81 w 21556"/>
                  <a:gd name="connsiteY10-22" fmla="*/ 21389 h 21546"/>
                  <a:gd name="connsiteX11-23" fmla="*/ 392 w 21556"/>
                  <a:gd name="connsiteY11-24" fmla="*/ 21538 h 21546"/>
                  <a:gd name="connsiteX12-25" fmla="*/ 12498 w 21556"/>
                  <a:gd name="connsiteY12-26" fmla="*/ 21538 h 21546"/>
                  <a:gd name="connsiteX13-27" fmla="*/ 13012 w 21556"/>
                  <a:gd name="connsiteY13-28" fmla="*/ 21443 h 21546"/>
                  <a:gd name="connsiteX14-29" fmla="*/ 13507 w 21556"/>
                  <a:gd name="connsiteY14-30" fmla="*/ 21084 h 21546"/>
                  <a:gd name="connsiteX15-31" fmla="*/ 13992 w 21556"/>
                  <a:gd name="connsiteY15-32" fmla="*/ 20589 h 21546"/>
                  <a:gd name="connsiteX16-33" fmla="*/ 17966 w 21556"/>
                  <a:gd name="connsiteY16-34" fmla="*/ 15685 h 21546"/>
                  <a:gd name="connsiteX17-35" fmla="*/ 19953 w 21556"/>
                  <a:gd name="connsiteY17-36" fmla="*/ 13233 h 21546"/>
                  <a:gd name="connsiteX18-37" fmla="*/ 20946 w 21556"/>
                  <a:gd name="connsiteY18-38" fmla="*/ 12007 h 21546"/>
                  <a:gd name="connsiteX19-39" fmla="*/ 21404 w 21556"/>
                  <a:gd name="connsiteY19-40" fmla="*/ 11418 h 21546"/>
                  <a:gd name="connsiteX20-41" fmla="*/ 21553 w 21556"/>
                  <a:gd name="connsiteY20-42" fmla="*/ 10680 h 21546"/>
                  <a:gd name="connsiteX21-43" fmla="*/ 21354 w 21556"/>
                  <a:gd name="connsiteY21-44" fmla="*/ 10062 h 21546"/>
                  <a:gd name="connsiteX22-45" fmla="*/ 20946 w 21556"/>
                  <a:gd name="connsiteY22-46" fmla="*/ 9552 h 21546"/>
                  <a:gd name="connsiteX23-47" fmla="*/ 19953 w 21556"/>
                  <a:gd name="connsiteY23-48" fmla="*/ 8322 h 21546"/>
                  <a:gd name="connsiteX24-49" fmla="*/ 17966 w 21556"/>
                  <a:gd name="connsiteY24-50" fmla="*/ 5863 h 21546"/>
                  <a:gd name="connsiteX25-51" fmla="*/ 13992 w 21556"/>
                  <a:gd name="connsiteY25-52" fmla="*/ 945 h 21546"/>
                  <a:gd name="connsiteX26-53" fmla="*/ 13507 w 21556"/>
                  <a:gd name="connsiteY26-54" fmla="*/ 457 h 21546"/>
                  <a:gd name="connsiteX27-55" fmla="*/ 13012 w 21556"/>
                  <a:gd name="connsiteY27-56" fmla="*/ 98 h 21546"/>
                  <a:gd name="connsiteX28-57" fmla="*/ 12498 w 21556"/>
                  <a:gd name="connsiteY28-58" fmla="*/ 3 h 21546"/>
                  <a:gd name="connsiteX0-59" fmla="*/ 12498 w 21556"/>
                  <a:gd name="connsiteY0-60" fmla="*/ 3 h 21546"/>
                  <a:gd name="connsiteX1-61" fmla="*/ 4141 w 21556"/>
                  <a:gd name="connsiteY1-62" fmla="*/ 5786 h 21546"/>
                  <a:gd name="connsiteX2-63" fmla="*/ 6171 w 21556"/>
                  <a:gd name="connsiteY2-64" fmla="*/ 8305 h 21546"/>
                  <a:gd name="connsiteX3-65" fmla="*/ 7562 w 21556"/>
                  <a:gd name="connsiteY3-66" fmla="*/ 9933 h 21546"/>
                  <a:gd name="connsiteX4-67" fmla="*/ 7792 w 21556"/>
                  <a:gd name="connsiteY4-68" fmla="*/ 10538 h 21546"/>
                  <a:gd name="connsiteX5-69" fmla="*/ 7572 w 21556"/>
                  <a:gd name="connsiteY5-70" fmla="*/ 11583 h 21546"/>
                  <a:gd name="connsiteX6-71" fmla="*/ 6171 w 21556"/>
                  <a:gd name="connsiteY6-72" fmla="*/ 13314 h 21546"/>
                  <a:gd name="connsiteX7-73" fmla="*/ 4141 w 21556"/>
                  <a:gd name="connsiteY7-74" fmla="*/ 15804 h 21546"/>
                  <a:gd name="connsiteX8-75" fmla="*/ 81 w 21556"/>
                  <a:gd name="connsiteY8-76" fmla="*/ 20785 h 21546"/>
                  <a:gd name="connsiteX9-77" fmla="*/ 81 w 21556"/>
                  <a:gd name="connsiteY9-78" fmla="*/ 21389 h 21546"/>
                  <a:gd name="connsiteX10-79" fmla="*/ 392 w 21556"/>
                  <a:gd name="connsiteY10-80" fmla="*/ 21538 h 21546"/>
                  <a:gd name="connsiteX11-81" fmla="*/ 12498 w 21556"/>
                  <a:gd name="connsiteY11-82" fmla="*/ 21538 h 21546"/>
                  <a:gd name="connsiteX12-83" fmla="*/ 13012 w 21556"/>
                  <a:gd name="connsiteY12-84" fmla="*/ 21443 h 21546"/>
                  <a:gd name="connsiteX13-85" fmla="*/ 13507 w 21556"/>
                  <a:gd name="connsiteY13-86" fmla="*/ 21084 h 21546"/>
                  <a:gd name="connsiteX14-87" fmla="*/ 13992 w 21556"/>
                  <a:gd name="connsiteY14-88" fmla="*/ 20589 h 21546"/>
                  <a:gd name="connsiteX15-89" fmla="*/ 17966 w 21556"/>
                  <a:gd name="connsiteY15-90" fmla="*/ 15685 h 21546"/>
                  <a:gd name="connsiteX16-91" fmla="*/ 19953 w 21556"/>
                  <a:gd name="connsiteY16-92" fmla="*/ 13233 h 21546"/>
                  <a:gd name="connsiteX17-93" fmla="*/ 20946 w 21556"/>
                  <a:gd name="connsiteY17-94" fmla="*/ 12007 h 21546"/>
                  <a:gd name="connsiteX18-95" fmla="*/ 21404 w 21556"/>
                  <a:gd name="connsiteY18-96" fmla="*/ 11418 h 21546"/>
                  <a:gd name="connsiteX19-97" fmla="*/ 21553 w 21556"/>
                  <a:gd name="connsiteY19-98" fmla="*/ 10680 h 21546"/>
                  <a:gd name="connsiteX20-99" fmla="*/ 21354 w 21556"/>
                  <a:gd name="connsiteY20-100" fmla="*/ 10062 h 21546"/>
                  <a:gd name="connsiteX21-101" fmla="*/ 20946 w 21556"/>
                  <a:gd name="connsiteY21-102" fmla="*/ 9552 h 21546"/>
                  <a:gd name="connsiteX22-103" fmla="*/ 19953 w 21556"/>
                  <a:gd name="connsiteY22-104" fmla="*/ 8322 h 21546"/>
                  <a:gd name="connsiteX23-105" fmla="*/ 17966 w 21556"/>
                  <a:gd name="connsiteY23-106" fmla="*/ 5863 h 21546"/>
                  <a:gd name="connsiteX24-107" fmla="*/ 13992 w 21556"/>
                  <a:gd name="connsiteY24-108" fmla="*/ 945 h 21546"/>
                  <a:gd name="connsiteX25-109" fmla="*/ 13507 w 21556"/>
                  <a:gd name="connsiteY25-110" fmla="*/ 457 h 21546"/>
                  <a:gd name="connsiteX26-111" fmla="*/ 13012 w 21556"/>
                  <a:gd name="connsiteY26-112" fmla="*/ 98 h 21546"/>
                  <a:gd name="connsiteX27-113" fmla="*/ 12498 w 21556"/>
                  <a:gd name="connsiteY27-114" fmla="*/ 3 h 21546"/>
                  <a:gd name="connsiteX0-115" fmla="*/ 13012 w 21556"/>
                  <a:gd name="connsiteY0-116" fmla="*/ 0 h 21448"/>
                  <a:gd name="connsiteX1-117" fmla="*/ 4141 w 21556"/>
                  <a:gd name="connsiteY1-118" fmla="*/ 5688 h 21448"/>
                  <a:gd name="connsiteX2-119" fmla="*/ 6171 w 21556"/>
                  <a:gd name="connsiteY2-120" fmla="*/ 8207 h 21448"/>
                  <a:gd name="connsiteX3-121" fmla="*/ 7562 w 21556"/>
                  <a:gd name="connsiteY3-122" fmla="*/ 9835 h 21448"/>
                  <a:gd name="connsiteX4-123" fmla="*/ 7792 w 21556"/>
                  <a:gd name="connsiteY4-124" fmla="*/ 10440 h 21448"/>
                  <a:gd name="connsiteX5-125" fmla="*/ 7572 w 21556"/>
                  <a:gd name="connsiteY5-126" fmla="*/ 11485 h 21448"/>
                  <a:gd name="connsiteX6-127" fmla="*/ 6171 w 21556"/>
                  <a:gd name="connsiteY6-128" fmla="*/ 13216 h 21448"/>
                  <a:gd name="connsiteX7-129" fmla="*/ 4141 w 21556"/>
                  <a:gd name="connsiteY7-130" fmla="*/ 15706 h 21448"/>
                  <a:gd name="connsiteX8-131" fmla="*/ 81 w 21556"/>
                  <a:gd name="connsiteY8-132" fmla="*/ 20687 h 21448"/>
                  <a:gd name="connsiteX9-133" fmla="*/ 81 w 21556"/>
                  <a:gd name="connsiteY9-134" fmla="*/ 21291 h 21448"/>
                  <a:gd name="connsiteX10-135" fmla="*/ 392 w 21556"/>
                  <a:gd name="connsiteY10-136" fmla="*/ 21440 h 21448"/>
                  <a:gd name="connsiteX11-137" fmla="*/ 12498 w 21556"/>
                  <a:gd name="connsiteY11-138" fmla="*/ 21440 h 21448"/>
                  <a:gd name="connsiteX12-139" fmla="*/ 13012 w 21556"/>
                  <a:gd name="connsiteY12-140" fmla="*/ 21345 h 21448"/>
                  <a:gd name="connsiteX13-141" fmla="*/ 13507 w 21556"/>
                  <a:gd name="connsiteY13-142" fmla="*/ 20986 h 21448"/>
                  <a:gd name="connsiteX14-143" fmla="*/ 13992 w 21556"/>
                  <a:gd name="connsiteY14-144" fmla="*/ 20491 h 21448"/>
                  <a:gd name="connsiteX15-145" fmla="*/ 17966 w 21556"/>
                  <a:gd name="connsiteY15-146" fmla="*/ 15587 h 21448"/>
                  <a:gd name="connsiteX16-147" fmla="*/ 19953 w 21556"/>
                  <a:gd name="connsiteY16-148" fmla="*/ 13135 h 21448"/>
                  <a:gd name="connsiteX17-149" fmla="*/ 20946 w 21556"/>
                  <a:gd name="connsiteY17-150" fmla="*/ 11909 h 21448"/>
                  <a:gd name="connsiteX18-151" fmla="*/ 21404 w 21556"/>
                  <a:gd name="connsiteY18-152" fmla="*/ 11320 h 21448"/>
                  <a:gd name="connsiteX19-153" fmla="*/ 21553 w 21556"/>
                  <a:gd name="connsiteY19-154" fmla="*/ 10582 h 21448"/>
                  <a:gd name="connsiteX20-155" fmla="*/ 21354 w 21556"/>
                  <a:gd name="connsiteY20-156" fmla="*/ 9964 h 21448"/>
                  <a:gd name="connsiteX21-157" fmla="*/ 20946 w 21556"/>
                  <a:gd name="connsiteY21-158" fmla="*/ 9454 h 21448"/>
                  <a:gd name="connsiteX22-159" fmla="*/ 19953 w 21556"/>
                  <a:gd name="connsiteY22-160" fmla="*/ 8224 h 21448"/>
                  <a:gd name="connsiteX23-161" fmla="*/ 17966 w 21556"/>
                  <a:gd name="connsiteY23-162" fmla="*/ 5765 h 21448"/>
                  <a:gd name="connsiteX24-163" fmla="*/ 13992 w 21556"/>
                  <a:gd name="connsiteY24-164" fmla="*/ 847 h 21448"/>
                  <a:gd name="connsiteX25-165" fmla="*/ 13507 w 21556"/>
                  <a:gd name="connsiteY25-166" fmla="*/ 359 h 21448"/>
                  <a:gd name="connsiteX26-167" fmla="*/ 13012 w 21556"/>
                  <a:gd name="connsiteY26-168" fmla="*/ 0 h 21448"/>
                  <a:gd name="connsiteX0-169" fmla="*/ 13507 w 21556"/>
                  <a:gd name="connsiteY0-170" fmla="*/ 289 h 21378"/>
                  <a:gd name="connsiteX1-171" fmla="*/ 4141 w 21556"/>
                  <a:gd name="connsiteY1-172" fmla="*/ 5618 h 21378"/>
                  <a:gd name="connsiteX2-173" fmla="*/ 6171 w 21556"/>
                  <a:gd name="connsiteY2-174" fmla="*/ 8137 h 21378"/>
                  <a:gd name="connsiteX3-175" fmla="*/ 7562 w 21556"/>
                  <a:gd name="connsiteY3-176" fmla="*/ 9765 h 21378"/>
                  <a:gd name="connsiteX4-177" fmla="*/ 7792 w 21556"/>
                  <a:gd name="connsiteY4-178" fmla="*/ 10370 h 21378"/>
                  <a:gd name="connsiteX5-179" fmla="*/ 7572 w 21556"/>
                  <a:gd name="connsiteY5-180" fmla="*/ 11415 h 21378"/>
                  <a:gd name="connsiteX6-181" fmla="*/ 6171 w 21556"/>
                  <a:gd name="connsiteY6-182" fmla="*/ 13146 h 21378"/>
                  <a:gd name="connsiteX7-183" fmla="*/ 4141 w 21556"/>
                  <a:gd name="connsiteY7-184" fmla="*/ 15636 h 21378"/>
                  <a:gd name="connsiteX8-185" fmla="*/ 81 w 21556"/>
                  <a:gd name="connsiteY8-186" fmla="*/ 20617 h 21378"/>
                  <a:gd name="connsiteX9-187" fmla="*/ 81 w 21556"/>
                  <a:gd name="connsiteY9-188" fmla="*/ 21221 h 21378"/>
                  <a:gd name="connsiteX10-189" fmla="*/ 392 w 21556"/>
                  <a:gd name="connsiteY10-190" fmla="*/ 21370 h 21378"/>
                  <a:gd name="connsiteX11-191" fmla="*/ 12498 w 21556"/>
                  <a:gd name="connsiteY11-192" fmla="*/ 21370 h 21378"/>
                  <a:gd name="connsiteX12-193" fmla="*/ 13012 w 21556"/>
                  <a:gd name="connsiteY12-194" fmla="*/ 21275 h 21378"/>
                  <a:gd name="connsiteX13-195" fmla="*/ 13507 w 21556"/>
                  <a:gd name="connsiteY13-196" fmla="*/ 20916 h 21378"/>
                  <a:gd name="connsiteX14-197" fmla="*/ 13992 w 21556"/>
                  <a:gd name="connsiteY14-198" fmla="*/ 20421 h 21378"/>
                  <a:gd name="connsiteX15-199" fmla="*/ 17966 w 21556"/>
                  <a:gd name="connsiteY15-200" fmla="*/ 15517 h 21378"/>
                  <a:gd name="connsiteX16-201" fmla="*/ 19953 w 21556"/>
                  <a:gd name="connsiteY16-202" fmla="*/ 13065 h 21378"/>
                  <a:gd name="connsiteX17-203" fmla="*/ 20946 w 21556"/>
                  <a:gd name="connsiteY17-204" fmla="*/ 11839 h 21378"/>
                  <a:gd name="connsiteX18-205" fmla="*/ 21404 w 21556"/>
                  <a:gd name="connsiteY18-206" fmla="*/ 11250 h 21378"/>
                  <a:gd name="connsiteX19-207" fmla="*/ 21553 w 21556"/>
                  <a:gd name="connsiteY19-208" fmla="*/ 10512 h 21378"/>
                  <a:gd name="connsiteX20-209" fmla="*/ 21354 w 21556"/>
                  <a:gd name="connsiteY20-210" fmla="*/ 9894 h 21378"/>
                  <a:gd name="connsiteX21-211" fmla="*/ 20946 w 21556"/>
                  <a:gd name="connsiteY21-212" fmla="*/ 9384 h 21378"/>
                  <a:gd name="connsiteX22-213" fmla="*/ 19953 w 21556"/>
                  <a:gd name="connsiteY22-214" fmla="*/ 8154 h 21378"/>
                  <a:gd name="connsiteX23-215" fmla="*/ 17966 w 21556"/>
                  <a:gd name="connsiteY23-216" fmla="*/ 5695 h 21378"/>
                  <a:gd name="connsiteX24-217" fmla="*/ 13992 w 21556"/>
                  <a:gd name="connsiteY24-218" fmla="*/ 777 h 21378"/>
                  <a:gd name="connsiteX25-219" fmla="*/ 13507 w 21556"/>
                  <a:gd name="connsiteY25-220" fmla="*/ 289 h 21378"/>
                  <a:gd name="connsiteX0-221" fmla="*/ 13992 w 21556"/>
                  <a:gd name="connsiteY0-222" fmla="*/ 1 h 20602"/>
                  <a:gd name="connsiteX1-223" fmla="*/ 4141 w 21556"/>
                  <a:gd name="connsiteY1-224" fmla="*/ 4842 h 20602"/>
                  <a:gd name="connsiteX2-225" fmla="*/ 6171 w 21556"/>
                  <a:gd name="connsiteY2-226" fmla="*/ 7361 h 20602"/>
                  <a:gd name="connsiteX3-227" fmla="*/ 7562 w 21556"/>
                  <a:gd name="connsiteY3-228" fmla="*/ 8989 h 20602"/>
                  <a:gd name="connsiteX4-229" fmla="*/ 7792 w 21556"/>
                  <a:gd name="connsiteY4-230" fmla="*/ 9594 h 20602"/>
                  <a:gd name="connsiteX5-231" fmla="*/ 7572 w 21556"/>
                  <a:gd name="connsiteY5-232" fmla="*/ 10639 h 20602"/>
                  <a:gd name="connsiteX6-233" fmla="*/ 6171 w 21556"/>
                  <a:gd name="connsiteY6-234" fmla="*/ 12370 h 20602"/>
                  <a:gd name="connsiteX7-235" fmla="*/ 4141 w 21556"/>
                  <a:gd name="connsiteY7-236" fmla="*/ 14860 h 20602"/>
                  <a:gd name="connsiteX8-237" fmla="*/ 81 w 21556"/>
                  <a:gd name="connsiteY8-238" fmla="*/ 19841 h 20602"/>
                  <a:gd name="connsiteX9-239" fmla="*/ 81 w 21556"/>
                  <a:gd name="connsiteY9-240" fmla="*/ 20445 h 20602"/>
                  <a:gd name="connsiteX10-241" fmla="*/ 392 w 21556"/>
                  <a:gd name="connsiteY10-242" fmla="*/ 20594 h 20602"/>
                  <a:gd name="connsiteX11-243" fmla="*/ 12498 w 21556"/>
                  <a:gd name="connsiteY11-244" fmla="*/ 20594 h 20602"/>
                  <a:gd name="connsiteX12-245" fmla="*/ 13012 w 21556"/>
                  <a:gd name="connsiteY12-246" fmla="*/ 20499 h 20602"/>
                  <a:gd name="connsiteX13-247" fmla="*/ 13507 w 21556"/>
                  <a:gd name="connsiteY13-248" fmla="*/ 20140 h 20602"/>
                  <a:gd name="connsiteX14-249" fmla="*/ 13992 w 21556"/>
                  <a:gd name="connsiteY14-250" fmla="*/ 19645 h 20602"/>
                  <a:gd name="connsiteX15-251" fmla="*/ 17966 w 21556"/>
                  <a:gd name="connsiteY15-252" fmla="*/ 14741 h 20602"/>
                  <a:gd name="connsiteX16-253" fmla="*/ 19953 w 21556"/>
                  <a:gd name="connsiteY16-254" fmla="*/ 12289 h 20602"/>
                  <a:gd name="connsiteX17-255" fmla="*/ 20946 w 21556"/>
                  <a:gd name="connsiteY17-256" fmla="*/ 11063 h 20602"/>
                  <a:gd name="connsiteX18-257" fmla="*/ 21404 w 21556"/>
                  <a:gd name="connsiteY18-258" fmla="*/ 10474 h 20602"/>
                  <a:gd name="connsiteX19-259" fmla="*/ 21553 w 21556"/>
                  <a:gd name="connsiteY19-260" fmla="*/ 9736 h 20602"/>
                  <a:gd name="connsiteX20-261" fmla="*/ 21354 w 21556"/>
                  <a:gd name="connsiteY20-262" fmla="*/ 9118 h 20602"/>
                  <a:gd name="connsiteX21-263" fmla="*/ 20946 w 21556"/>
                  <a:gd name="connsiteY21-264" fmla="*/ 8608 h 20602"/>
                  <a:gd name="connsiteX22-265" fmla="*/ 19953 w 21556"/>
                  <a:gd name="connsiteY22-266" fmla="*/ 7378 h 20602"/>
                  <a:gd name="connsiteX23-267" fmla="*/ 17966 w 21556"/>
                  <a:gd name="connsiteY23-268" fmla="*/ 4919 h 20602"/>
                  <a:gd name="connsiteX24-269" fmla="*/ 13992 w 21556"/>
                  <a:gd name="connsiteY24-270" fmla="*/ 1 h 20602"/>
                  <a:gd name="connsiteX0-271" fmla="*/ 17966 w 21556"/>
                  <a:gd name="connsiteY0-272" fmla="*/ 77 h 15760"/>
                  <a:gd name="connsiteX1-273" fmla="*/ 4141 w 21556"/>
                  <a:gd name="connsiteY1-274" fmla="*/ 0 h 15760"/>
                  <a:gd name="connsiteX2-275" fmla="*/ 6171 w 21556"/>
                  <a:gd name="connsiteY2-276" fmla="*/ 2519 h 15760"/>
                  <a:gd name="connsiteX3-277" fmla="*/ 7562 w 21556"/>
                  <a:gd name="connsiteY3-278" fmla="*/ 4147 h 15760"/>
                  <a:gd name="connsiteX4-279" fmla="*/ 7792 w 21556"/>
                  <a:gd name="connsiteY4-280" fmla="*/ 4752 h 15760"/>
                  <a:gd name="connsiteX5-281" fmla="*/ 7572 w 21556"/>
                  <a:gd name="connsiteY5-282" fmla="*/ 5797 h 15760"/>
                  <a:gd name="connsiteX6-283" fmla="*/ 6171 w 21556"/>
                  <a:gd name="connsiteY6-284" fmla="*/ 7528 h 15760"/>
                  <a:gd name="connsiteX7-285" fmla="*/ 4141 w 21556"/>
                  <a:gd name="connsiteY7-286" fmla="*/ 10018 h 15760"/>
                  <a:gd name="connsiteX8-287" fmla="*/ 81 w 21556"/>
                  <a:gd name="connsiteY8-288" fmla="*/ 14999 h 15760"/>
                  <a:gd name="connsiteX9-289" fmla="*/ 81 w 21556"/>
                  <a:gd name="connsiteY9-290" fmla="*/ 15603 h 15760"/>
                  <a:gd name="connsiteX10-291" fmla="*/ 392 w 21556"/>
                  <a:gd name="connsiteY10-292" fmla="*/ 15752 h 15760"/>
                  <a:gd name="connsiteX11-293" fmla="*/ 12498 w 21556"/>
                  <a:gd name="connsiteY11-294" fmla="*/ 15752 h 15760"/>
                  <a:gd name="connsiteX12-295" fmla="*/ 13012 w 21556"/>
                  <a:gd name="connsiteY12-296" fmla="*/ 15657 h 15760"/>
                  <a:gd name="connsiteX13-297" fmla="*/ 13507 w 21556"/>
                  <a:gd name="connsiteY13-298" fmla="*/ 15298 h 15760"/>
                  <a:gd name="connsiteX14-299" fmla="*/ 13992 w 21556"/>
                  <a:gd name="connsiteY14-300" fmla="*/ 14803 h 15760"/>
                  <a:gd name="connsiteX15-301" fmla="*/ 17966 w 21556"/>
                  <a:gd name="connsiteY15-302" fmla="*/ 9899 h 15760"/>
                  <a:gd name="connsiteX16-303" fmla="*/ 19953 w 21556"/>
                  <a:gd name="connsiteY16-304" fmla="*/ 7447 h 15760"/>
                  <a:gd name="connsiteX17-305" fmla="*/ 20946 w 21556"/>
                  <a:gd name="connsiteY17-306" fmla="*/ 6221 h 15760"/>
                  <a:gd name="connsiteX18-307" fmla="*/ 21404 w 21556"/>
                  <a:gd name="connsiteY18-308" fmla="*/ 5632 h 15760"/>
                  <a:gd name="connsiteX19-309" fmla="*/ 21553 w 21556"/>
                  <a:gd name="connsiteY19-310" fmla="*/ 4894 h 15760"/>
                  <a:gd name="connsiteX20-311" fmla="*/ 21354 w 21556"/>
                  <a:gd name="connsiteY20-312" fmla="*/ 4276 h 15760"/>
                  <a:gd name="connsiteX21-313" fmla="*/ 20946 w 21556"/>
                  <a:gd name="connsiteY21-314" fmla="*/ 3766 h 15760"/>
                  <a:gd name="connsiteX22-315" fmla="*/ 19953 w 21556"/>
                  <a:gd name="connsiteY22-316" fmla="*/ 2536 h 15760"/>
                  <a:gd name="connsiteX23-317" fmla="*/ 17966 w 21556"/>
                  <a:gd name="connsiteY23-318" fmla="*/ 77 h 15760"/>
                  <a:gd name="connsiteX0-319" fmla="*/ 17966 w 21556"/>
                  <a:gd name="connsiteY0-320" fmla="*/ 0 h 15683"/>
                  <a:gd name="connsiteX1-321" fmla="*/ 6171 w 21556"/>
                  <a:gd name="connsiteY1-322" fmla="*/ 2442 h 15683"/>
                  <a:gd name="connsiteX2-323" fmla="*/ 7562 w 21556"/>
                  <a:gd name="connsiteY2-324" fmla="*/ 4070 h 15683"/>
                  <a:gd name="connsiteX3-325" fmla="*/ 7792 w 21556"/>
                  <a:gd name="connsiteY3-326" fmla="*/ 4675 h 15683"/>
                  <a:gd name="connsiteX4-327" fmla="*/ 7572 w 21556"/>
                  <a:gd name="connsiteY4-328" fmla="*/ 5720 h 15683"/>
                  <a:gd name="connsiteX5-329" fmla="*/ 6171 w 21556"/>
                  <a:gd name="connsiteY5-330" fmla="*/ 7451 h 15683"/>
                  <a:gd name="connsiteX6-331" fmla="*/ 4141 w 21556"/>
                  <a:gd name="connsiteY6-332" fmla="*/ 9941 h 15683"/>
                  <a:gd name="connsiteX7-333" fmla="*/ 81 w 21556"/>
                  <a:gd name="connsiteY7-334" fmla="*/ 14922 h 15683"/>
                  <a:gd name="connsiteX8-335" fmla="*/ 81 w 21556"/>
                  <a:gd name="connsiteY8-336" fmla="*/ 15526 h 15683"/>
                  <a:gd name="connsiteX9-337" fmla="*/ 392 w 21556"/>
                  <a:gd name="connsiteY9-338" fmla="*/ 15675 h 15683"/>
                  <a:gd name="connsiteX10-339" fmla="*/ 12498 w 21556"/>
                  <a:gd name="connsiteY10-340" fmla="*/ 15675 h 15683"/>
                  <a:gd name="connsiteX11-341" fmla="*/ 13012 w 21556"/>
                  <a:gd name="connsiteY11-342" fmla="*/ 15580 h 15683"/>
                  <a:gd name="connsiteX12-343" fmla="*/ 13507 w 21556"/>
                  <a:gd name="connsiteY12-344" fmla="*/ 15221 h 15683"/>
                  <a:gd name="connsiteX13-345" fmla="*/ 13992 w 21556"/>
                  <a:gd name="connsiteY13-346" fmla="*/ 14726 h 15683"/>
                  <a:gd name="connsiteX14-347" fmla="*/ 17966 w 21556"/>
                  <a:gd name="connsiteY14-348" fmla="*/ 9822 h 15683"/>
                  <a:gd name="connsiteX15-349" fmla="*/ 19953 w 21556"/>
                  <a:gd name="connsiteY15-350" fmla="*/ 7370 h 15683"/>
                  <a:gd name="connsiteX16-351" fmla="*/ 20946 w 21556"/>
                  <a:gd name="connsiteY16-352" fmla="*/ 6144 h 15683"/>
                  <a:gd name="connsiteX17-353" fmla="*/ 21404 w 21556"/>
                  <a:gd name="connsiteY17-354" fmla="*/ 5555 h 15683"/>
                  <a:gd name="connsiteX18-355" fmla="*/ 21553 w 21556"/>
                  <a:gd name="connsiteY18-356" fmla="*/ 4817 h 15683"/>
                  <a:gd name="connsiteX19-357" fmla="*/ 21354 w 21556"/>
                  <a:gd name="connsiteY19-358" fmla="*/ 4199 h 15683"/>
                  <a:gd name="connsiteX20-359" fmla="*/ 20946 w 21556"/>
                  <a:gd name="connsiteY20-360" fmla="*/ 3689 h 15683"/>
                  <a:gd name="connsiteX21-361" fmla="*/ 19953 w 21556"/>
                  <a:gd name="connsiteY21-362" fmla="*/ 2459 h 15683"/>
                  <a:gd name="connsiteX22-363" fmla="*/ 17966 w 21556"/>
                  <a:gd name="connsiteY22-364" fmla="*/ 0 h 15683"/>
                  <a:gd name="connsiteX0-365" fmla="*/ 17966 w 21556"/>
                  <a:gd name="connsiteY0-366" fmla="*/ 0 h 15683"/>
                  <a:gd name="connsiteX1-367" fmla="*/ 7562 w 21556"/>
                  <a:gd name="connsiteY1-368" fmla="*/ 4070 h 15683"/>
                  <a:gd name="connsiteX2-369" fmla="*/ 7792 w 21556"/>
                  <a:gd name="connsiteY2-370" fmla="*/ 4675 h 15683"/>
                  <a:gd name="connsiteX3-371" fmla="*/ 7572 w 21556"/>
                  <a:gd name="connsiteY3-372" fmla="*/ 5720 h 15683"/>
                  <a:gd name="connsiteX4-373" fmla="*/ 6171 w 21556"/>
                  <a:gd name="connsiteY4-374" fmla="*/ 7451 h 15683"/>
                  <a:gd name="connsiteX5-375" fmla="*/ 4141 w 21556"/>
                  <a:gd name="connsiteY5-376" fmla="*/ 9941 h 15683"/>
                  <a:gd name="connsiteX6-377" fmla="*/ 81 w 21556"/>
                  <a:gd name="connsiteY6-378" fmla="*/ 14922 h 15683"/>
                  <a:gd name="connsiteX7-379" fmla="*/ 81 w 21556"/>
                  <a:gd name="connsiteY7-380" fmla="*/ 15526 h 15683"/>
                  <a:gd name="connsiteX8-381" fmla="*/ 392 w 21556"/>
                  <a:gd name="connsiteY8-382" fmla="*/ 15675 h 15683"/>
                  <a:gd name="connsiteX9-383" fmla="*/ 12498 w 21556"/>
                  <a:gd name="connsiteY9-384" fmla="*/ 15675 h 15683"/>
                  <a:gd name="connsiteX10-385" fmla="*/ 13012 w 21556"/>
                  <a:gd name="connsiteY10-386" fmla="*/ 15580 h 15683"/>
                  <a:gd name="connsiteX11-387" fmla="*/ 13507 w 21556"/>
                  <a:gd name="connsiteY11-388" fmla="*/ 15221 h 15683"/>
                  <a:gd name="connsiteX12-389" fmla="*/ 13992 w 21556"/>
                  <a:gd name="connsiteY12-390" fmla="*/ 14726 h 15683"/>
                  <a:gd name="connsiteX13-391" fmla="*/ 17966 w 21556"/>
                  <a:gd name="connsiteY13-392" fmla="*/ 9822 h 15683"/>
                  <a:gd name="connsiteX14-393" fmla="*/ 19953 w 21556"/>
                  <a:gd name="connsiteY14-394" fmla="*/ 7370 h 15683"/>
                  <a:gd name="connsiteX15-395" fmla="*/ 20946 w 21556"/>
                  <a:gd name="connsiteY15-396" fmla="*/ 6144 h 15683"/>
                  <a:gd name="connsiteX16-397" fmla="*/ 21404 w 21556"/>
                  <a:gd name="connsiteY16-398" fmla="*/ 5555 h 15683"/>
                  <a:gd name="connsiteX17-399" fmla="*/ 21553 w 21556"/>
                  <a:gd name="connsiteY17-400" fmla="*/ 4817 h 15683"/>
                  <a:gd name="connsiteX18-401" fmla="*/ 21354 w 21556"/>
                  <a:gd name="connsiteY18-402" fmla="*/ 4199 h 15683"/>
                  <a:gd name="connsiteX19-403" fmla="*/ 20946 w 21556"/>
                  <a:gd name="connsiteY19-404" fmla="*/ 3689 h 15683"/>
                  <a:gd name="connsiteX20-405" fmla="*/ 19953 w 21556"/>
                  <a:gd name="connsiteY20-406" fmla="*/ 2459 h 15683"/>
                  <a:gd name="connsiteX21-407" fmla="*/ 17966 w 21556"/>
                  <a:gd name="connsiteY21-408" fmla="*/ 0 h 15683"/>
                  <a:gd name="connsiteX0-409" fmla="*/ 19953 w 21556"/>
                  <a:gd name="connsiteY0-410" fmla="*/ 0 h 13224"/>
                  <a:gd name="connsiteX1-411" fmla="*/ 7562 w 21556"/>
                  <a:gd name="connsiteY1-412" fmla="*/ 1611 h 13224"/>
                  <a:gd name="connsiteX2-413" fmla="*/ 7792 w 21556"/>
                  <a:gd name="connsiteY2-414" fmla="*/ 2216 h 13224"/>
                  <a:gd name="connsiteX3-415" fmla="*/ 7572 w 21556"/>
                  <a:gd name="connsiteY3-416" fmla="*/ 3261 h 13224"/>
                  <a:gd name="connsiteX4-417" fmla="*/ 6171 w 21556"/>
                  <a:gd name="connsiteY4-418" fmla="*/ 4992 h 13224"/>
                  <a:gd name="connsiteX5-419" fmla="*/ 4141 w 21556"/>
                  <a:gd name="connsiteY5-420" fmla="*/ 7482 h 13224"/>
                  <a:gd name="connsiteX6-421" fmla="*/ 81 w 21556"/>
                  <a:gd name="connsiteY6-422" fmla="*/ 12463 h 13224"/>
                  <a:gd name="connsiteX7-423" fmla="*/ 81 w 21556"/>
                  <a:gd name="connsiteY7-424" fmla="*/ 13067 h 13224"/>
                  <a:gd name="connsiteX8-425" fmla="*/ 392 w 21556"/>
                  <a:gd name="connsiteY8-426" fmla="*/ 13216 h 13224"/>
                  <a:gd name="connsiteX9-427" fmla="*/ 12498 w 21556"/>
                  <a:gd name="connsiteY9-428" fmla="*/ 13216 h 13224"/>
                  <a:gd name="connsiteX10-429" fmla="*/ 13012 w 21556"/>
                  <a:gd name="connsiteY10-430" fmla="*/ 13121 h 13224"/>
                  <a:gd name="connsiteX11-431" fmla="*/ 13507 w 21556"/>
                  <a:gd name="connsiteY11-432" fmla="*/ 12762 h 13224"/>
                  <a:gd name="connsiteX12-433" fmla="*/ 13992 w 21556"/>
                  <a:gd name="connsiteY12-434" fmla="*/ 12267 h 13224"/>
                  <a:gd name="connsiteX13-435" fmla="*/ 17966 w 21556"/>
                  <a:gd name="connsiteY13-436" fmla="*/ 7363 h 13224"/>
                  <a:gd name="connsiteX14-437" fmla="*/ 19953 w 21556"/>
                  <a:gd name="connsiteY14-438" fmla="*/ 4911 h 13224"/>
                  <a:gd name="connsiteX15-439" fmla="*/ 20946 w 21556"/>
                  <a:gd name="connsiteY15-440" fmla="*/ 3685 h 13224"/>
                  <a:gd name="connsiteX16-441" fmla="*/ 21404 w 21556"/>
                  <a:gd name="connsiteY16-442" fmla="*/ 3096 h 13224"/>
                  <a:gd name="connsiteX17-443" fmla="*/ 21553 w 21556"/>
                  <a:gd name="connsiteY17-444" fmla="*/ 2358 h 13224"/>
                  <a:gd name="connsiteX18-445" fmla="*/ 21354 w 21556"/>
                  <a:gd name="connsiteY18-446" fmla="*/ 1740 h 13224"/>
                  <a:gd name="connsiteX19-447" fmla="*/ 20946 w 21556"/>
                  <a:gd name="connsiteY19-448" fmla="*/ 1230 h 13224"/>
                  <a:gd name="connsiteX20-449" fmla="*/ 19953 w 21556"/>
                  <a:gd name="connsiteY20-450" fmla="*/ 0 h 13224"/>
                  <a:gd name="connsiteX0-451" fmla="*/ 19953 w 21556"/>
                  <a:gd name="connsiteY0-452" fmla="*/ 0 h 13224"/>
                  <a:gd name="connsiteX1-453" fmla="*/ 7562 w 21556"/>
                  <a:gd name="connsiteY1-454" fmla="*/ 1611 h 13224"/>
                  <a:gd name="connsiteX2-455" fmla="*/ 7792 w 21556"/>
                  <a:gd name="connsiteY2-456" fmla="*/ 2216 h 13224"/>
                  <a:gd name="connsiteX3-457" fmla="*/ 7613 w 21556"/>
                  <a:gd name="connsiteY3-458" fmla="*/ 1590 h 13224"/>
                  <a:gd name="connsiteX4-459" fmla="*/ 7572 w 21556"/>
                  <a:gd name="connsiteY4-460" fmla="*/ 3261 h 13224"/>
                  <a:gd name="connsiteX5-461" fmla="*/ 6171 w 21556"/>
                  <a:gd name="connsiteY5-462" fmla="*/ 4992 h 13224"/>
                  <a:gd name="connsiteX6-463" fmla="*/ 4141 w 21556"/>
                  <a:gd name="connsiteY6-464" fmla="*/ 7482 h 13224"/>
                  <a:gd name="connsiteX7-465" fmla="*/ 81 w 21556"/>
                  <a:gd name="connsiteY7-466" fmla="*/ 12463 h 13224"/>
                  <a:gd name="connsiteX8-467" fmla="*/ 81 w 21556"/>
                  <a:gd name="connsiteY8-468" fmla="*/ 13067 h 13224"/>
                  <a:gd name="connsiteX9-469" fmla="*/ 392 w 21556"/>
                  <a:gd name="connsiteY9-470" fmla="*/ 13216 h 13224"/>
                  <a:gd name="connsiteX10-471" fmla="*/ 12498 w 21556"/>
                  <a:gd name="connsiteY10-472" fmla="*/ 13216 h 13224"/>
                  <a:gd name="connsiteX11-473" fmla="*/ 13012 w 21556"/>
                  <a:gd name="connsiteY11-474" fmla="*/ 13121 h 13224"/>
                  <a:gd name="connsiteX12-475" fmla="*/ 13507 w 21556"/>
                  <a:gd name="connsiteY12-476" fmla="*/ 12762 h 13224"/>
                  <a:gd name="connsiteX13-477" fmla="*/ 13992 w 21556"/>
                  <a:gd name="connsiteY13-478" fmla="*/ 12267 h 13224"/>
                  <a:gd name="connsiteX14-479" fmla="*/ 17966 w 21556"/>
                  <a:gd name="connsiteY14-480" fmla="*/ 7363 h 13224"/>
                  <a:gd name="connsiteX15-481" fmla="*/ 19953 w 21556"/>
                  <a:gd name="connsiteY15-482" fmla="*/ 4911 h 13224"/>
                  <a:gd name="connsiteX16-483" fmla="*/ 20946 w 21556"/>
                  <a:gd name="connsiteY16-484" fmla="*/ 3685 h 13224"/>
                  <a:gd name="connsiteX17-485" fmla="*/ 21404 w 21556"/>
                  <a:gd name="connsiteY17-486" fmla="*/ 3096 h 13224"/>
                  <a:gd name="connsiteX18-487" fmla="*/ 21553 w 21556"/>
                  <a:gd name="connsiteY18-488" fmla="*/ 2358 h 13224"/>
                  <a:gd name="connsiteX19-489" fmla="*/ 21354 w 21556"/>
                  <a:gd name="connsiteY19-490" fmla="*/ 1740 h 13224"/>
                  <a:gd name="connsiteX20-491" fmla="*/ 20946 w 21556"/>
                  <a:gd name="connsiteY20-492" fmla="*/ 1230 h 13224"/>
                  <a:gd name="connsiteX21-493" fmla="*/ 19953 w 21556"/>
                  <a:gd name="connsiteY21-494" fmla="*/ 0 h 13224"/>
                  <a:gd name="connsiteX0-495" fmla="*/ 19953 w 21556"/>
                  <a:gd name="connsiteY0-496" fmla="*/ 0 h 13224"/>
                  <a:gd name="connsiteX1-497" fmla="*/ 7562 w 21556"/>
                  <a:gd name="connsiteY1-498" fmla="*/ 1611 h 13224"/>
                  <a:gd name="connsiteX2-499" fmla="*/ 7792 w 21556"/>
                  <a:gd name="connsiteY2-500" fmla="*/ 2216 h 13224"/>
                  <a:gd name="connsiteX3-501" fmla="*/ 7572 w 21556"/>
                  <a:gd name="connsiteY3-502" fmla="*/ 3261 h 13224"/>
                  <a:gd name="connsiteX4-503" fmla="*/ 6171 w 21556"/>
                  <a:gd name="connsiteY4-504" fmla="*/ 4992 h 13224"/>
                  <a:gd name="connsiteX5-505" fmla="*/ 4141 w 21556"/>
                  <a:gd name="connsiteY5-506" fmla="*/ 7482 h 13224"/>
                  <a:gd name="connsiteX6-507" fmla="*/ 81 w 21556"/>
                  <a:gd name="connsiteY6-508" fmla="*/ 12463 h 13224"/>
                  <a:gd name="connsiteX7-509" fmla="*/ 81 w 21556"/>
                  <a:gd name="connsiteY7-510" fmla="*/ 13067 h 13224"/>
                  <a:gd name="connsiteX8-511" fmla="*/ 392 w 21556"/>
                  <a:gd name="connsiteY8-512" fmla="*/ 13216 h 13224"/>
                  <a:gd name="connsiteX9-513" fmla="*/ 12498 w 21556"/>
                  <a:gd name="connsiteY9-514" fmla="*/ 13216 h 13224"/>
                  <a:gd name="connsiteX10-515" fmla="*/ 13012 w 21556"/>
                  <a:gd name="connsiteY10-516" fmla="*/ 13121 h 13224"/>
                  <a:gd name="connsiteX11-517" fmla="*/ 13507 w 21556"/>
                  <a:gd name="connsiteY11-518" fmla="*/ 12762 h 13224"/>
                  <a:gd name="connsiteX12-519" fmla="*/ 13992 w 21556"/>
                  <a:gd name="connsiteY12-520" fmla="*/ 12267 h 13224"/>
                  <a:gd name="connsiteX13-521" fmla="*/ 17966 w 21556"/>
                  <a:gd name="connsiteY13-522" fmla="*/ 7363 h 13224"/>
                  <a:gd name="connsiteX14-523" fmla="*/ 19953 w 21556"/>
                  <a:gd name="connsiteY14-524" fmla="*/ 4911 h 13224"/>
                  <a:gd name="connsiteX15-525" fmla="*/ 20946 w 21556"/>
                  <a:gd name="connsiteY15-526" fmla="*/ 3685 h 13224"/>
                  <a:gd name="connsiteX16-527" fmla="*/ 21404 w 21556"/>
                  <a:gd name="connsiteY16-528" fmla="*/ 3096 h 13224"/>
                  <a:gd name="connsiteX17-529" fmla="*/ 21553 w 21556"/>
                  <a:gd name="connsiteY17-530" fmla="*/ 2358 h 13224"/>
                  <a:gd name="connsiteX18-531" fmla="*/ 21354 w 21556"/>
                  <a:gd name="connsiteY18-532" fmla="*/ 1740 h 13224"/>
                  <a:gd name="connsiteX19-533" fmla="*/ 20946 w 21556"/>
                  <a:gd name="connsiteY19-534" fmla="*/ 1230 h 13224"/>
                  <a:gd name="connsiteX20-535" fmla="*/ 19953 w 21556"/>
                  <a:gd name="connsiteY20-536" fmla="*/ 0 h 13224"/>
                  <a:gd name="connsiteX0-537" fmla="*/ 19953 w 21556"/>
                  <a:gd name="connsiteY0-538" fmla="*/ 0 h 13224"/>
                  <a:gd name="connsiteX1-539" fmla="*/ 7792 w 21556"/>
                  <a:gd name="connsiteY1-540" fmla="*/ 2216 h 13224"/>
                  <a:gd name="connsiteX2-541" fmla="*/ 7572 w 21556"/>
                  <a:gd name="connsiteY2-542" fmla="*/ 3261 h 13224"/>
                  <a:gd name="connsiteX3-543" fmla="*/ 6171 w 21556"/>
                  <a:gd name="connsiteY3-544" fmla="*/ 4992 h 13224"/>
                  <a:gd name="connsiteX4-545" fmla="*/ 4141 w 21556"/>
                  <a:gd name="connsiteY4-546" fmla="*/ 7482 h 13224"/>
                  <a:gd name="connsiteX5-547" fmla="*/ 81 w 21556"/>
                  <a:gd name="connsiteY5-548" fmla="*/ 12463 h 13224"/>
                  <a:gd name="connsiteX6-549" fmla="*/ 81 w 21556"/>
                  <a:gd name="connsiteY6-550" fmla="*/ 13067 h 13224"/>
                  <a:gd name="connsiteX7-551" fmla="*/ 392 w 21556"/>
                  <a:gd name="connsiteY7-552" fmla="*/ 13216 h 13224"/>
                  <a:gd name="connsiteX8-553" fmla="*/ 12498 w 21556"/>
                  <a:gd name="connsiteY8-554" fmla="*/ 13216 h 13224"/>
                  <a:gd name="connsiteX9-555" fmla="*/ 13012 w 21556"/>
                  <a:gd name="connsiteY9-556" fmla="*/ 13121 h 13224"/>
                  <a:gd name="connsiteX10-557" fmla="*/ 13507 w 21556"/>
                  <a:gd name="connsiteY10-558" fmla="*/ 12762 h 13224"/>
                  <a:gd name="connsiteX11-559" fmla="*/ 13992 w 21556"/>
                  <a:gd name="connsiteY11-560" fmla="*/ 12267 h 13224"/>
                  <a:gd name="connsiteX12-561" fmla="*/ 17966 w 21556"/>
                  <a:gd name="connsiteY12-562" fmla="*/ 7363 h 13224"/>
                  <a:gd name="connsiteX13-563" fmla="*/ 19953 w 21556"/>
                  <a:gd name="connsiteY13-564" fmla="*/ 4911 h 13224"/>
                  <a:gd name="connsiteX14-565" fmla="*/ 20946 w 21556"/>
                  <a:gd name="connsiteY14-566" fmla="*/ 3685 h 13224"/>
                  <a:gd name="connsiteX15-567" fmla="*/ 21404 w 21556"/>
                  <a:gd name="connsiteY15-568" fmla="*/ 3096 h 13224"/>
                  <a:gd name="connsiteX16-569" fmla="*/ 21553 w 21556"/>
                  <a:gd name="connsiteY16-570" fmla="*/ 2358 h 13224"/>
                  <a:gd name="connsiteX17-571" fmla="*/ 21354 w 21556"/>
                  <a:gd name="connsiteY17-572" fmla="*/ 1740 h 13224"/>
                  <a:gd name="connsiteX18-573" fmla="*/ 20946 w 21556"/>
                  <a:gd name="connsiteY18-574" fmla="*/ 1230 h 13224"/>
                  <a:gd name="connsiteX19-575" fmla="*/ 19953 w 21556"/>
                  <a:gd name="connsiteY19-576" fmla="*/ 0 h 13224"/>
                  <a:gd name="connsiteX0-577" fmla="*/ 20946 w 21556"/>
                  <a:gd name="connsiteY0-578" fmla="*/ 0 h 11994"/>
                  <a:gd name="connsiteX1-579" fmla="*/ 7792 w 21556"/>
                  <a:gd name="connsiteY1-580" fmla="*/ 986 h 11994"/>
                  <a:gd name="connsiteX2-581" fmla="*/ 7572 w 21556"/>
                  <a:gd name="connsiteY2-582" fmla="*/ 2031 h 11994"/>
                  <a:gd name="connsiteX3-583" fmla="*/ 6171 w 21556"/>
                  <a:gd name="connsiteY3-584" fmla="*/ 3762 h 11994"/>
                  <a:gd name="connsiteX4-585" fmla="*/ 4141 w 21556"/>
                  <a:gd name="connsiteY4-586" fmla="*/ 6252 h 11994"/>
                  <a:gd name="connsiteX5-587" fmla="*/ 81 w 21556"/>
                  <a:gd name="connsiteY5-588" fmla="*/ 11233 h 11994"/>
                  <a:gd name="connsiteX6-589" fmla="*/ 81 w 21556"/>
                  <a:gd name="connsiteY6-590" fmla="*/ 11837 h 11994"/>
                  <a:gd name="connsiteX7-591" fmla="*/ 392 w 21556"/>
                  <a:gd name="connsiteY7-592" fmla="*/ 11986 h 11994"/>
                  <a:gd name="connsiteX8-593" fmla="*/ 12498 w 21556"/>
                  <a:gd name="connsiteY8-594" fmla="*/ 11986 h 11994"/>
                  <a:gd name="connsiteX9-595" fmla="*/ 13012 w 21556"/>
                  <a:gd name="connsiteY9-596" fmla="*/ 11891 h 11994"/>
                  <a:gd name="connsiteX10-597" fmla="*/ 13507 w 21556"/>
                  <a:gd name="connsiteY10-598" fmla="*/ 11532 h 11994"/>
                  <a:gd name="connsiteX11-599" fmla="*/ 13992 w 21556"/>
                  <a:gd name="connsiteY11-600" fmla="*/ 11037 h 11994"/>
                  <a:gd name="connsiteX12-601" fmla="*/ 17966 w 21556"/>
                  <a:gd name="connsiteY12-602" fmla="*/ 6133 h 11994"/>
                  <a:gd name="connsiteX13-603" fmla="*/ 19953 w 21556"/>
                  <a:gd name="connsiteY13-604" fmla="*/ 3681 h 11994"/>
                  <a:gd name="connsiteX14-605" fmla="*/ 20946 w 21556"/>
                  <a:gd name="connsiteY14-606" fmla="*/ 2455 h 11994"/>
                  <a:gd name="connsiteX15-607" fmla="*/ 21404 w 21556"/>
                  <a:gd name="connsiteY15-608" fmla="*/ 1866 h 11994"/>
                  <a:gd name="connsiteX16-609" fmla="*/ 21553 w 21556"/>
                  <a:gd name="connsiteY16-610" fmla="*/ 1128 h 11994"/>
                  <a:gd name="connsiteX17-611" fmla="*/ 21354 w 21556"/>
                  <a:gd name="connsiteY17-612" fmla="*/ 510 h 11994"/>
                  <a:gd name="connsiteX18-613" fmla="*/ 20946 w 21556"/>
                  <a:gd name="connsiteY18-614" fmla="*/ 0 h 11994"/>
                  <a:gd name="connsiteX0-615" fmla="*/ 21354 w 21556"/>
                  <a:gd name="connsiteY0-616" fmla="*/ 0 h 11484"/>
                  <a:gd name="connsiteX1-617" fmla="*/ 7792 w 21556"/>
                  <a:gd name="connsiteY1-618" fmla="*/ 476 h 11484"/>
                  <a:gd name="connsiteX2-619" fmla="*/ 7572 w 21556"/>
                  <a:gd name="connsiteY2-620" fmla="*/ 1521 h 11484"/>
                  <a:gd name="connsiteX3-621" fmla="*/ 6171 w 21556"/>
                  <a:gd name="connsiteY3-622" fmla="*/ 3252 h 11484"/>
                  <a:gd name="connsiteX4-623" fmla="*/ 4141 w 21556"/>
                  <a:gd name="connsiteY4-624" fmla="*/ 5742 h 11484"/>
                  <a:gd name="connsiteX5-625" fmla="*/ 81 w 21556"/>
                  <a:gd name="connsiteY5-626" fmla="*/ 10723 h 11484"/>
                  <a:gd name="connsiteX6-627" fmla="*/ 81 w 21556"/>
                  <a:gd name="connsiteY6-628" fmla="*/ 11327 h 11484"/>
                  <a:gd name="connsiteX7-629" fmla="*/ 392 w 21556"/>
                  <a:gd name="connsiteY7-630" fmla="*/ 11476 h 11484"/>
                  <a:gd name="connsiteX8-631" fmla="*/ 12498 w 21556"/>
                  <a:gd name="connsiteY8-632" fmla="*/ 11476 h 11484"/>
                  <a:gd name="connsiteX9-633" fmla="*/ 13012 w 21556"/>
                  <a:gd name="connsiteY9-634" fmla="*/ 11381 h 11484"/>
                  <a:gd name="connsiteX10-635" fmla="*/ 13507 w 21556"/>
                  <a:gd name="connsiteY10-636" fmla="*/ 11022 h 11484"/>
                  <a:gd name="connsiteX11-637" fmla="*/ 13992 w 21556"/>
                  <a:gd name="connsiteY11-638" fmla="*/ 10527 h 11484"/>
                  <a:gd name="connsiteX12-639" fmla="*/ 17966 w 21556"/>
                  <a:gd name="connsiteY12-640" fmla="*/ 5623 h 11484"/>
                  <a:gd name="connsiteX13-641" fmla="*/ 19953 w 21556"/>
                  <a:gd name="connsiteY13-642" fmla="*/ 3171 h 11484"/>
                  <a:gd name="connsiteX14-643" fmla="*/ 20946 w 21556"/>
                  <a:gd name="connsiteY14-644" fmla="*/ 1945 h 11484"/>
                  <a:gd name="connsiteX15-645" fmla="*/ 21404 w 21556"/>
                  <a:gd name="connsiteY15-646" fmla="*/ 1356 h 11484"/>
                  <a:gd name="connsiteX16-647" fmla="*/ 21553 w 21556"/>
                  <a:gd name="connsiteY16-648" fmla="*/ 618 h 11484"/>
                  <a:gd name="connsiteX17-649" fmla="*/ 21354 w 21556"/>
                  <a:gd name="connsiteY17-650" fmla="*/ 0 h 11484"/>
                  <a:gd name="connsiteX0-651" fmla="*/ 21553 w 21556"/>
                  <a:gd name="connsiteY0-652" fmla="*/ 206 h 11072"/>
                  <a:gd name="connsiteX1-653" fmla="*/ 7792 w 21556"/>
                  <a:gd name="connsiteY1-654" fmla="*/ 64 h 11072"/>
                  <a:gd name="connsiteX2-655" fmla="*/ 7572 w 21556"/>
                  <a:gd name="connsiteY2-656" fmla="*/ 1109 h 11072"/>
                  <a:gd name="connsiteX3-657" fmla="*/ 6171 w 21556"/>
                  <a:gd name="connsiteY3-658" fmla="*/ 2840 h 11072"/>
                  <a:gd name="connsiteX4-659" fmla="*/ 4141 w 21556"/>
                  <a:gd name="connsiteY4-660" fmla="*/ 5330 h 11072"/>
                  <a:gd name="connsiteX5-661" fmla="*/ 81 w 21556"/>
                  <a:gd name="connsiteY5-662" fmla="*/ 10311 h 11072"/>
                  <a:gd name="connsiteX6-663" fmla="*/ 81 w 21556"/>
                  <a:gd name="connsiteY6-664" fmla="*/ 10915 h 11072"/>
                  <a:gd name="connsiteX7-665" fmla="*/ 392 w 21556"/>
                  <a:gd name="connsiteY7-666" fmla="*/ 11064 h 11072"/>
                  <a:gd name="connsiteX8-667" fmla="*/ 12498 w 21556"/>
                  <a:gd name="connsiteY8-668" fmla="*/ 11064 h 11072"/>
                  <a:gd name="connsiteX9-669" fmla="*/ 13012 w 21556"/>
                  <a:gd name="connsiteY9-670" fmla="*/ 10969 h 11072"/>
                  <a:gd name="connsiteX10-671" fmla="*/ 13507 w 21556"/>
                  <a:gd name="connsiteY10-672" fmla="*/ 10610 h 11072"/>
                  <a:gd name="connsiteX11-673" fmla="*/ 13992 w 21556"/>
                  <a:gd name="connsiteY11-674" fmla="*/ 10115 h 11072"/>
                  <a:gd name="connsiteX12-675" fmla="*/ 17966 w 21556"/>
                  <a:gd name="connsiteY12-676" fmla="*/ 5211 h 11072"/>
                  <a:gd name="connsiteX13-677" fmla="*/ 19953 w 21556"/>
                  <a:gd name="connsiteY13-678" fmla="*/ 2759 h 11072"/>
                  <a:gd name="connsiteX14-679" fmla="*/ 20946 w 21556"/>
                  <a:gd name="connsiteY14-680" fmla="*/ 1533 h 11072"/>
                  <a:gd name="connsiteX15-681" fmla="*/ 21404 w 21556"/>
                  <a:gd name="connsiteY15-682" fmla="*/ 944 h 11072"/>
                  <a:gd name="connsiteX16-683" fmla="*/ 21553 w 21556"/>
                  <a:gd name="connsiteY16-684" fmla="*/ 206 h 110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sp>
            <p:nvSpPr>
              <p:cNvPr id="35" name="íṣļídé"/>
              <p:cNvSpPr/>
              <p:nvPr>
                <p:custDataLst>
                  <p:tags r:id="rId20"/>
                </p:custDataLst>
              </p:nvPr>
            </p:nvSpPr>
            <p:spPr bwMode="auto">
              <a:xfrm flipV="1">
                <a:off x="2501167" y="1747497"/>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1" fmla="*/ 12498 w 21556"/>
                  <a:gd name="connsiteY0-2" fmla="*/ 3 h 21546"/>
                  <a:gd name="connsiteX1-3" fmla="*/ 81 w 21556"/>
                  <a:gd name="connsiteY1-4" fmla="*/ 749 h 21546"/>
                  <a:gd name="connsiteX2-5" fmla="*/ 4141 w 21556"/>
                  <a:gd name="connsiteY2-6" fmla="*/ 5786 h 21546"/>
                  <a:gd name="connsiteX3-7" fmla="*/ 6171 w 21556"/>
                  <a:gd name="connsiteY3-8" fmla="*/ 8305 h 21546"/>
                  <a:gd name="connsiteX4-9" fmla="*/ 7562 w 21556"/>
                  <a:gd name="connsiteY4-10" fmla="*/ 9933 h 21546"/>
                  <a:gd name="connsiteX5-11" fmla="*/ 7792 w 21556"/>
                  <a:gd name="connsiteY5-12" fmla="*/ 10538 h 21546"/>
                  <a:gd name="connsiteX6-13" fmla="*/ 7572 w 21556"/>
                  <a:gd name="connsiteY6-14" fmla="*/ 11583 h 21546"/>
                  <a:gd name="connsiteX7-15" fmla="*/ 6171 w 21556"/>
                  <a:gd name="connsiteY7-16" fmla="*/ 13314 h 21546"/>
                  <a:gd name="connsiteX8-17" fmla="*/ 4141 w 21556"/>
                  <a:gd name="connsiteY8-18" fmla="*/ 15804 h 21546"/>
                  <a:gd name="connsiteX9-19" fmla="*/ 81 w 21556"/>
                  <a:gd name="connsiteY9-20" fmla="*/ 20785 h 21546"/>
                  <a:gd name="connsiteX10-21" fmla="*/ 81 w 21556"/>
                  <a:gd name="connsiteY10-22" fmla="*/ 21389 h 21546"/>
                  <a:gd name="connsiteX11-23" fmla="*/ 392 w 21556"/>
                  <a:gd name="connsiteY11-24" fmla="*/ 21538 h 21546"/>
                  <a:gd name="connsiteX12-25" fmla="*/ 12498 w 21556"/>
                  <a:gd name="connsiteY12-26" fmla="*/ 21538 h 21546"/>
                  <a:gd name="connsiteX13-27" fmla="*/ 13012 w 21556"/>
                  <a:gd name="connsiteY13-28" fmla="*/ 21443 h 21546"/>
                  <a:gd name="connsiteX14-29" fmla="*/ 13507 w 21556"/>
                  <a:gd name="connsiteY14-30" fmla="*/ 21084 h 21546"/>
                  <a:gd name="connsiteX15-31" fmla="*/ 13992 w 21556"/>
                  <a:gd name="connsiteY15-32" fmla="*/ 20589 h 21546"/>
                  <a:gd name="connsiteX16-33" fmla="*/ 17966 w 21556"/>
                  <a:gd name="connsiteY16-34" fmla="*/ 15685 h 21546"/>
                  <a:gd name="connsiteX17-35" fmla="*/ 19953 w 21556"/>
                  <a:gd name="connsiteY17-36" fmla="*/ 13233 h 21546"/>
                  <a:gd name="connsiteX18-37" fmla="*/ 20946 w 21556"/>
                  <a:gd name="connsiteY18-38" fmla="*/ 12007 h 21546"/>
                  <a:gd name="connsiteX19-39" fmla="*/ 21404 w 21556"/>
                  <a:gd name="connsiteY19-40" fmla="*/ 11418 h 21546"/>
                  <a:gd name="connsiteX20-41" fmla="*/ 21553 w 21556"/>
                  <a:gd name="connsiteY20-42" fmla="*/ 10680 h 21546"/>
                  <a:gd name="connsiteX21-43" fmla="*/ 21354 w 21556"/>
                  <a:gd name="connsiteY21-44" fmla="*/ 10062 h 21546"/>
                  <a:gd name="connsiteX22-45" fmla="*/ 20946 w 21556"/>
                  <a:gd name="connsiteY22-46" fmla="*/ 9552 h 21546"/>
                  <a:gd name="connsiteX23-47" fmla="*/ 19953 w 21556"/>
                  <a:gd name="connsiteY23-48" fmla="*/ 8322 h 21546"/>
                  <a:gd name="connsiteX24-49" fmla="*/ 17966 w 21556"/>
                  <a:gd name="connsiteY24-50" fmla="*/ 5863 h 21546"/>
                  <a:gd name="connsiteX25-51" fmla="*/ 13992 w 21556"/>
                  <a:gd name="connsiteY25-52" fmla="*/ 945 h 21546"/>
                  <a:gd name="connsiteX26-53" fmla="*/ 13507 w 21556"/>
                  <a:gd name="connsiteY26-54" fmla="*/ 457 h 21546"/>
                  <a:gd name="connsiteX27-55" fmla="*/ 13012 w 21556"/>
                  <a:gd name="connsiteY27-56" fmla="*/ 98 h 21546"/>
                  <a:gd name="connsiteX28-57" fmla="*/ 12498 w 21556"/>
                  <a:gd name="connsiteY28-58" fmla="*/ 3 h 21546"/>
                  <a:gd name="connsiteX0-59" fmla="*/ 12498 w 21556"/>
                  <a:gd name="connsiteY0-60" fmla="*/ 3 h 21546"/>
                  <a:gd name="connsiteX1-61" fmla="*/ 4141 w 21556"/>
                  <a:gd name="connsiteY1-62" fmla="*/ 5786 h 21546"/>
                  <a:gd name="connsiteX2-63" fmla="*/ 6171 w 21556"/>
                  <a:gd name="connsiteY2-64" fmla="*/ 8305 h 21546"/>
                  <a:gd name="connsiteX3-65" fmla="*/ 7562 w 21556"/>
                  <a:gd name="connsiteY3-66" fmla="*/ 9933 h 21546"/>
                  <a:gd name="connsiteX4-67" fmla="*/ 7792 w 21556"/>
                  <a:gd name="connsiteY4-68" fmla="*/ 10538 h 21546"/>
                  <a:gd name="connsiteX5-69" fmla="*/ 7572 w 21556"/>
                  <a:gd name="connsiteY5-70" fmla="*/ 11583 h 21546"/>
                  <a:gd name="connsiteX6-71" fmla="*/ 6171 w 21556"/>
                  <a:gd name="connsiteY6-72" fmla="*/ 13314 h 21546"/>
                  <a:gd name="connsiteX7-73" fmla="*/ 4141 w 21556"/>
                  <a:gd name="connsiteY7-74" fmla="*/ 15804 h 21546"/>
                  <a:gd name="connsiteX8-75" fmla="*/ 81 w 21556"/>
                  <a:gd name="connsiteY8-76" fmla="*/ 20785 h 21546"/>
                  <a:gd name="connsiteX9-77" fmla="*/ 81 w 21556"/>
                  <a:gd name="connsiteY9-78" fmla="*/ 21389 h 21546"/>
                  <a:gd name="connsiteX10-79" fmla="*/ 392 w 21556"/>
                  <a:gd name="connsiteY10-80" fmla="*/ 21538 h 21546"/>
                  <a:gd name="connsiteX11-81" fmla="*/ 12498 w 21556"/>
                  <a:gd name="connsiteY11-82" fmla="*/ 21538 h 21546"/>
                  <a:gd name="connsiteX12-83" fmla="*/ 13012 w 21556"/>
                  <a:gd name="connsiteY12-84" fmla="*/ 21443 h 21546"/>
                  <a:gd name="connsiteX13-85" fmla="*/ 13507 w 21556"/>
                  <a:gd name="connsiteY13-86" fmla="*/ 21084 h 21546"/>
                  <a:gd name="connsiteX14-87" fmla="*/ 13992 w 21556"/>
                  <a:gd name="connsiteY14-88" fmla="*/ 20589 h 21546"/>
                  <a:gd name="connsiteX15-89" fmla="*/ 17966 w 21556"/>
                  <a:gd name="connsiteY15-90" fmla="*/ 15685 h 21546"/>
                  <a:gd name="connsiteX16-91" fmla="*/ 19953 w 21556"/>
                  <a:gd name="connsiteY16-92" fmla="*/ 13233 h 21546"/>
                  <a:gd name="connsiteX17-93" fmla="*/ 20946 w 21556"/>
                  <a:gd name="connsiteY17-94" fmla="*/ 12007 h 21546"/>
                  <a:gd name="connsiteX18-95" fmla="*/ 21404 w 21556"/>
                  <a:gd name="connsiteY18-96" fmla="*/ 11418 h 21546"/>
                  <a:gd name="connsiteX19-97" fmla="*/ 21553 w 21556"/>
                  <a:gd name="connsiteY19-98" fmla="*/ 10680 h 21546"/>
                  <a:gd name="connsiteX20-99" fmla="*/ 21354 w 21556"/>
                  <a:gd name="connsiteY20-100" fmla="*/ 10062 h 21546"/>
                  <a:gd name="connsiteX21-101" fmla="*/ 20946 w 21556"/>
                  <a:gd name="connsiteY21-102" fmla="*/ 9552 h 21546"/>
                  <a:gd name="connsiteX22-103" fmla="*/ 19953 w 21556"/>
                  <a:gd name="connsiteY22-104" fmla="*/ 8322 h 21546"/>
                  <a:gd name="connsiteX23-105" fmla="*/ 17966 w 21556"/>
                  <a:gd name="connsiteY23-106" fmla="*/ 5863 h 21546"/>
                  <a:gd name="connsiteX24-107" fmla="*/ 13992 w 21556"/>
                  <a:gd name="connsiteY24-108" fmla="*/ 945 h 21546"/>
                  <a:gd name="connsiteX25-109" fmla="*/ 13507 w 21556"/>
                  <a:gd name="connsiteY25-110" fmla="*/ 457 h 21546"/>
                  <a:gd name="connsiteX26-111" fmla="*/ 13012 w 21556"/>
                  <a:gd name="connsiteY26-112" fmla="*/ 98 h 21546"/>
                  <a:gd name="connsiteX27-113" fmla="*/ 12498 w 21556"/>
                  <a:gd name="connsiteY27-114" fmla="*/ 3 h 21546"/>
                  <a:gd name="connsiteX0-115" fmla="*/ 13012 w 21556"/>
                  <a:gd name="connsiteY0-116" fmla="*/ 0 h 21448"/>
                  <a:gd name="connsiteX1-117" fmla="*/ 4141 w 21556"/>
                  <a:gd name="connsiteY1-118" fmla="*/ 5688 h 21448"/>
                  <a:gd name="connsiteX2-119" fmla="*/ 6171 w 21556"/>
                  <a:gd name="connsiteY2-120" fmla="*/ 8207 h 21448"/>
                  <a:gd name="connsiteX3-121" fmla="*/ 7562 w 21556"/>
                  <a:gd name="connsiteY3-122" fmla="*/ 9835 h 21448"/>
                  <a:gd name="connsiteX4-123" fmla="*/ 7792 w 21556"/>
                  <a:gd name="connsiteY4-124" fmla="*/ 10440 h 21448"/>
                  <a:gd name="connsiteX5-125" fmla="*/ 7572 w 21556"/>
                  <a:gd name="connsiteY5-126" fmla="*/ 11485 h 21448"/>
                  <a:gd name="connsiteX6-127" fmla="*/ 6171 w 21556"/>
                  <a:gd name="connsiteY6-128" fmla="*/ 13216 h 21448"/>
                  <a:gd name="connsiteX7-129" fmla="*/ 4141 w 21556"/>
                  <a:gd name="connsiteY7-130" fmla="*/ 15706 h 21448"/>
                  <a:gd name="connsiteX8-131" fmla="*/ 81 w 21556"/>
                  <a:gd name="connsiteY8-132" fmla="*/ 20687 h 21448"/>
                  <a:gd name="connsiteX9-133" fmla="*/ 81 w 21556"/>
                  <a:gd name="connsiteY9-134" fmla="*/ 21291 h 21448"/>
                  <a:gd name="connsiteX10-135" fmla="*/ 392 w 21556"/>
                  <a:gd name="connsiteY10-136" fmla="*/ 21440 h 21448"/>
                  <a:gd name="connsiteX11-137" fmla="*/ 12498 w 21556"/>
                  <a:gd name="connsiteY11-138" fmla="*/ 21440 h 21448"/>
                  <a:gd name="connsiteX12-139" fmla="*/ 13012 w 21556"/>
                  <a:gd name="connsiteY12-140" fmla="*/ 21345 h 21448"/>
                  <a:gd name="connsiteX13-141" fmla="*/ 13507 w 21556"/>
                  <a:gd name="connsiteY13-142" fmla="*/ 20986 h 21448"/>
                  <a:gd name="connsiteX14-143" fmla="*/ 13992 w 21556"/>
                  <a:gd name="connsiteY14-144" fmla="*/ 20491 h 21448"/>
                  <a:gd name="connsiteX15-145" fmla="*/ 17966 w 21556"/>
                  <a:gd name="connsiteY15-146" fmla="*/ 15587 h 21448"/>
                  <a:gd name="connsiteX16-147" fmla="*/ 19953 w 21556"/>
                  <a:gd name="connsiteY16-148" fmla="*/ 13135 h 21448"/>
                  <a:gd name="connsiteX17-149" fmla="*/ 20946 w 21556"/>
                  <a:gd name="connsiteY17-150" fmla="*/ 11909 h 21448"/>
                  <a:gd name="connsiteX18-151" fmla="*/ 21404 w 21556"/>
                  <a:gd name="connsiteY18-152" fmla="*/ 11320 h 21448"/>
                  <a:gd name="connsiteX19-153" fmla="*/ 21553 w 21556"/>
                  <a:gd name="connsiteY19-154" fmla="*/ 10582 h 21448"/>
                  <a:gd name="connsiteX20-155" fmla="*/ 21354 w 21556"/>
                  <a:gd name="connsiteY20-156" fmla="*/ 9964 h 21448"/>
                  <a:gd name="connsiteX21-157" fmla="*/ 20946 w 21556"/>
                  <a:gd name="connsiteY21-158" fmla="*/ 9454 h 21448"/>
                  <a:gd name="connsiteX22-159" fmla="*/ 19953 w 21556"/>
                  <a:gd name="connsiteY22-160" fmla="*/ 8224 h 21448"/>
                  <a:gd name="connsiteX23-161" fmla="*/ 17966 w 21556"/>
                  <a:gd name="connsiteY23-162" fmla="*/ 5765 h 21448"/>
                  <a:gd name="connsiteX24-163" fmla="*/ 13992 w 21556"/>
                  <a:gd name="connsiteY24-164" fmla="*/ 847 h 21448"/>
                  <a:gd name="connsiteX25-165" fmla="*/ 13507 w 21556"/>
                  <a:gd name="connsiteY25-166" fmla="*/ 359 h 21448"/>
                  <a:gd name="connsiteX26-167" fmla="*/ 13012 w 21556"/>
                  <a:gd name="connsiteY26-168" fmla="*/ 0 h 21448"/>
                  <a:gd name="connsiteX0-169" fmla="*/ 13507 w 21556"/>
                  <a:gd name="connsiteY0-170" fmla="*/ 289 h 21378"/>
                  <a:gd name="connsiteX1-171" fmla="*/ 4141 w 21556"/>
                  <a:gd name="connsiteY1-172" fmla="*/ 5618 h 21378"/>
                  <a:gd name="connsiteX2-173" fmla="*/ 6171 w 21556"/>
                  <a:gd name="connsiteY2-174" fmla="*/ 8137 h 21378"/>
                  <a:gd name="connsiteX3-175" fmla="*/ 7562 w 21556"/>
                  <a:gd name="connsiteY3-176" fmla="*/ 9765 h 21378"/>
                  <a:gd name="connsiteX4-177" fmla="*/ 7792 w 21556"/>
                  <a:gd name="connsiteY4-178" fmla="*/ 10370 h 21378"/>
                  <a:gd name="connsiteX5-179" fmla="*/ 7572 w 21556"/>
                  <a:gd name="connsiteY5-180" fmla="*/ 11415 h 21378"/>
                  <a:gd name="connsiteX6-181" fmla="*/ 6171 w 21556"/>
                  <a:gd name="connsiteY6-182" fmla="*/ 13146 h 21378"/>
                  <a:gd name="connsiteX7-183" fmla="*/ 4141 w 21556"/>
                  <a:gd name="connsiteY7-184" fmla="*/ 15636 h 21378"/>
                  <a:gd name="connsiteX8-185" fmla="*/ 81 w 21556"/>
                  <a:gd name="connsiteY8-186" fmla="*/ 20617 h 21378"/>
                  <a:gd name="connsiteX9-187" fmla="*/ 81 w 21556"/>
                  <a:gd name="connsiteY9-188" fmla="*/ 21221 h 21378"/>
                  <a:gd name="connsiteX10-189" fmla="*/ 392 w 21556"/>
                  <a:gd name="connsiteY10-190" fmla="*/ 21370 h 21378"/>
                  <a:gd name="connsiteX11-191" fmla="*/ 12498 w 21556"/>
                  <a:gd name="connsiteY11-192" fmla="*/ 21370 h 21378"/>
                  <a:gd name="connsiteX12-193" fmla="*/ 13012 w 21556"/>
                  <a:gd name="connsiteY12-194" fmla="*/ 21275 h 21378"/>
                  <a:gd name="connsiteX13-195" fmla="*/ 13507 w 21556"/>
                  <a:gd name="connsiteY13-196" fmla="*/ 20916 h 21378"/>
                  <a:gd name="connsiteX14-197" fmla="*/ 13992 w 21556"/>
                  <a:gd name="connsiteY14-198" fmla="*/ 20421 h 21378"/>
                  <a:gd name="connsiteX15-199" fmla="*/ 17966 w 21556"/>
                  <a:gd name="connsiteY15-200" fmla="*/ 15517 h 21378"/>
                  <a:gd name="connsiteX16-201" fmla="*/ 19953 w 21556"/>
                  <a:gd name="connsiteY16-202" fmla="*/ 13065 h 21378"/>
                  <a:gd name="connsiteX17-203" fmla="*/ 20946 w 21556"/>
                  <a:gd name="connsiteY17-204" fmla="*/ 11839 h 21378"/>
                  <a:gd name="connsiteX18-205" fmla="*/ 21404 w 21556"/>
                  <a:gd name="connsiteY18-206" fmla="*/ 11250 h 21378"/>
                  <a:gd name="connsiteX19-207" fmla="*/ 21553 w 21556"/>
                  <a:gd name="connsiteY19-208" fmla="*/ 10512 h 21378"/>
                  <a:gd name="connsiteX20-209" fmla="*/ 21354 w 21556"/>
                  <a:gd name="connsiteY20-210" fmla="*/ 9894 h 21378"/>
                  <a:gd name="connsiteX21-211" fmla="*/ 20946 w 21556"/>
                  <a:gd name="connsiteY21-212" fmla="*/ 9384 h 21378"/>
                  <a:gd name="connsiteX22-213" fmla="*/ 19953 w 21556"/>
                  <a:gd name="connsiteY22-214" fmla="*/ 8154 h 21378"/>
                  <a:gd name="connsiteX23-215" fmla="*/ 17966 w 21556"/>
                  <a:gd name="connsiteY23-216" fmla="*/ 5695 h 21378"/>
                  <a:gd name="connsiteX24-217" fmla="*/ 13992 w 21556"/>
                  <a:gd name="connsiteY24-218" fmla="*/ 777 h 21378"/>
                  <a:gd name="connsiteX25-219" fmla="*/ 13507 w 21556"/>
                  <a:gd name="connsiteY25-220" fmla="*/ 289 h 21378"/>
                  <a:gd name="connsiteX0-221" fmla="*/ 13992 w 21556"/>
                  <a:gd name="connsiteY0-222" fmla="*/ 1 h 20602"/>
                  <a:gd name="connsiteX1-223" fmla="*/ 4141 w 21556"/>
                  <a:gd name="connsiteY1-224" fmla="*/ 4842 h 20602"/>
                  <a:gd name="connsiteX2-225" fmla="*/ 6171 w 21556"/>
                  <a:gd name="connsiteY2-226" fmla="*/ 7361 h 20602"/>
                  <a:gd name="connsiteX3-227" fmla="*/ 7562 w 21556"/>
                  <a:gd name="connsiteY3-228" fmla="*/ 8989 h 20602"/>
                  <a:gd name="connsiteX4-229" fmla="*/ 7792 w 21556"/>
                  <a:gd name="connsiteY4-230" fmla="*/ 9594 h 20602"/>
                  <a:gd name="connsiteX5-231" fmla="*/ 7572 w 21556"/>
                  <a:gd name="connsiteY5-232" fmla="*/ 10639 h 20602"/>
                  <a:gd name="connsiteX6-233" fmla="*/ 6171 w 21556"/>
                  <a:gd name="connsiteY6-234" fmla="*/ 12370 h 20602"/>
                  <a:gd name="connsiteX7-235" fmla="*/ 4141 w 21556"/>
                  <a:gd name="connsiteY7-236" fmla="*/ 14860 h 20602"/>
                  <a:gd name="connsiteX8-237" fmla="*/ 81 w 21556"/>
                  <a:gd name="connsiteY8-238" fmla="*/ 19841 h 20602"/>
                  <a:gd name="connsiteX9-239" fmla="*/ 81 w 21556"/>
                  <a:gd name="connsiteY9-240" fmla="*/ 20445 h 20602"/>
                  <a:gd name="connsiteX10-241" fmla="*/ 392 w 21556"/>
                  <a:gd name="connsiteY10-242" fmla="*/ 20594 h 20602"/>
                  <a:gd name="connsiteX11-243" fmla="*/ 12498 w 21556"/>
                  <a:gd name="connsiteY11-244" fmla="*/ 20594 h 20602"/>
                  <a:gd name="connsiteX12-245" fmla="*/ 13012 w 21556"/>
                  <a:gd name="connsiteY12-246" fmla="*/ 20499 h 20602"/>
                  <a:gd name="connsiteX13-247" fmla="*/ 13507 w 21556"/>
                  <a:gd name="connsiteY13-248" fmla="*/ 20140 h 20602"/>
                  <a:gd name="connsiteX14-249" fmla="*/ 13992 w 21556"/>
                  <a:gd name="connsiteY14-250" fmla="*/ 19645 h 20602"/>
                  <a:gd name="connsiteX15-251" fmla="*/ 17966 w 21556"/>
                  <a:gd name="connsiteY15-252" fmla="*/ 14741 h 20602"/>
                  <a:gd name="connsiteX16-253" fmla="*/ 19953 w 21556"/>
                  <a:gd name="connsiteY16-254" fmla="*/ 12289 h 20602"/>
                  <a:gd name="connsiteX17-255" fmla="*/ 20946 w 21556"/>
                  <a:gd name="connsiteY17-256" fmla="*/ 11063 h 20602"/>
                  <a:gd name="connsiteX18-257" fmla="*/ 21404 w 21556"/>
                  <a:gd name="connsiteY18-258" fmla="*/ 10474 h 20602"/>
                  <a:gd name="connsiteX19-259" fmla="*/ 21553 w 21556"/>
                  <a:gd name="connsiteY19-260" fmla="*/ 9736 h 20602"/>
                  <a:gd name="connsiteX20-261" fmla="*/ 21354 w 21556"/>
                  <a:gd name="connsiteY20-262" fmla="*/ 9118 h 20602"/>
                  <a:gd name="connsiteX21-263" fmla="*/ 20946 w 21556"/>
                  <a:gd name="connsiteY21-264" fmla="*/ 8608 h 20602"/>
                  <a:gd name="connsiteX22-265" fmla="*/ 19953 w 21556"/>
                  <a:gd name="connsiteY22-266" fmla="*/ 7378 h 20602"/>
                  <a:gd name="connsiteX23-267" fmla="*/ 17966 w 21556"/>
                  <a:gd name="connsiteY23-268" fmla="*/ 4919 h 20602"/>
                  <a:gd name="connsiteX24-269" fmla="*/ 13992 w 21556"/>
                  <a:gd name="connsiteY24-270" fmla="*/ 1 h 20602"/>
                  <a:gd name="connsiteX0-271" fmla="*/ 17966 w 21556"/>
                  <a:gd name="connsiteY0-272" fmla="*/ 77 h 15760"/>
                  <a:gd name="connsiteX1-273" fmla="*/ 4141 w 21556"/>
                  <a:gd name="connsiteY1-274" fmla="*/ 0 h 15760"/>
                  <a:gd name="connsiteX2-275" fmla="*/ 6171 w 21556"/>
                  <a:gd name="connsiteY2-276" fmla="*/ 2519 h 15760"/>
                  <a:gd name="connsiteX3-277" fmla="*/ 7562 w 21556"/>
                  <a:gd name="connsiteY3-278" fmla="*/ 4147 h 15760"/>
                  <a:gd name="connsiteX4-279" fmla="*/ 7792 w 21556"/>
                  <a:gd name="connsiteY4-280" fmla="*/ 4752 h 15760"/>
                  <a:gd name="connsiteX5-281" fmla="*/ 7572 w 21556"/>
                  <a:gd name="connsiteY5-282" fmla="*/ 5797 h 15760"/>
                  <a:gd name="connsiteX6-283" fmla="*/ 6171 w 21556"/>
                  <a:gd name="connsiteY6-284" fmla="*/ 7528 h 15760"/>
                  <a:gd name="connsiteX7-285" fmla="*/ 4141 w 21556"/>
                  <a:gd name="connsiteY7-286" fmla="*/ 10018 h 15760"/>
                  <a:gd name="connsiteX8-287" fmla="*/ 81 w 21556"/>
                  <a:gd name="connsiteY8-288" fmla="*/ 14999 h 15760"/>
                  <a:gd name="connsiteX9-289" fmla="*/ 81 w 21556"/>
                  <a:gd name="connsiteY9-290" fmla="*/ 15603 h 15760"/>
                  <a:gd name="connsiteX10-291" fmla="*/ 392 w 21556"/>
                  <a:gd name="connsiteY10-292" fmla="*/ 15752 h 15760"/>
                  <a:gd name="connsiteX11-293" fmla="*/ 12498 w 21556"/>
                  <a:gd name="connsiteY11-294" fmla="*/ 15752 h 15760"/>
                  <a:gd name="connsiteX12-295" fmla="*/ 13012 w 21556"/>
                  <a:gd name="connsiteY12-296" fmla="*/ 15657 h 15760"/>
                  <a:gd name="connsiteX13-297" fmla="*/ 13507 w 21556"/>
                  <a:gd name="connsiteY13-298" fmla="*/ 15298 h 15760"/>
                  <a:gd name="connsiteX14-299" fmla="*/ 13992 w 21556"/>
                  <a:gd name="connsiteY14-300" fmla="*/ 14803 h 15760"/>
                  <a:gd name="connsiteX15-301" fmla="*/ 17966 w 21556"/>
                  <a:gd name="connsiteY15-302" fmla="*/ 9899 h 15760"/>
                  <a:gd name="connsiteX16-303" fmla="*/ 19953 w 21556"/>
                  <a:gd name="connsiteY16-304" fmla="*/ 7447 h 15760"/>
                  <a:gd name="connsiteX17-305" fmla="*/ 20946 w 21556"/>
                  <a:gd name="connsiteY17-306" fmla="*/ 6221 h 15760"/>
                  <a:gd name="connsiteX18-307" fmla="*/ 21404 w 21556"/>
                  <a:gd name="connsiteY18-308" fmla="*/ 5632 h 15760"/>
                  <a:gd name="connsiteX19-309" fmla="*/ 21553 w 21556"/>
                  <a:gd name="connsiteY19-310" fmla="*/ 4894 h 15760"/>
                  <a:gd name="connsiteX20-311" fmla="*/ 21354 w 21556"/>
                  <a:gd name="connsiteY20-312" fmla="*/ 4276 h 15760"/>
                  <a:gd name="connsiteX21-313" fmla="*/ 20946 w 21556"/>
                  <a:gd name="connsiteY21-314" fmla="*/ 3766 h 15760"/>
                  <a:gd name="connsiteX22-315" fmla="*/ 19953 w 21556"/>
                  <a:gd name="connsiteY22-316" fmla="*/ 2536 h 15760"/>
                  <a:gd name="connsiteX23-317" fmla="*/ 17966 w 21556"/>
                  <a:gd name="connsiteY23-318" fmla="*/ 77 h 15760"/>
                  <a:gd name="connsiteX0-319" fmla="*/ 17966 w 21556"/>
                  <a:gd name="connsiteY0-320" fmla="*/ 0 h 15683"/>
                  <a:gd name="connsiteX1-321" fmla="*/ 6171 w 21556"/>
                  <a:gd name="connsiteY1-322" fmla="*/ 2442 h 15683"/>
                  <a:gd name="connsiteX2-323" fmla="*/ 7562 w 21556"/>
                  <a:gd name="connsiteY2-324" fmla="*/ 4070 h 15683"/>
                  <a:gd name="connsiteX3-325" fmla="*/ 7792 w 21556"/>
                  <a:gd name="connsiteY3-326" fmla="*/ 4675 h 15683"/>
                  <a:gd name="connsiteX4-327" fmla="*/ 7572 w 21556"/>
                  <a:gd name="connsiteY4-328" fmla="*/ 5720 h 15683"/>
                  <a:gd name="connsiteX5-329" fmla="*/ 6171 w 21556"/>
                  <a:gd name="connsiteY5-330" fmla="*/ 7451 h 15683"/>
                  <a:gd name="connsiteX6-331" fmla="*/ 4141 w 21556"/>
                  <a:gd name="connsiteY6-332" fmla="*/ 9941 h 15683"/>
                  <a:gd name="connsiteX7-333" fmla="*/ 81 w 21556"/>
                  <a:gd name="connsiteY7-334" fmla="*/ 14922 h 15683"/>
                  <a:gd name="connsiteX8-335" fmla="*/ 81 w 21556"/>
                  <a:gd name="connsiteY8-336" fmla="*/ 15526 h 15683"/>
                  <a:gd name="connsiteX9-337" fmla="*/ 392 w 21556"/>
                  <a:gd name="connsiteY9-338" fmla="*/ 15675 h 15683"/>
                  <a:gd name="connsiteX10-339" fmla="*/ 12498 w 21556"/>
                  <a:gd name="connsiteY10-340" fmla="*/ 15675 h 15683"/>
                  <a:gd name="connsiteX11-341" fmla="*/ 13012 w 21556"/>
                  <a:gd name="connsiteY11-342" fmla="*/ 15580 h 15683"/>
                  <a:gd name="connsiteX12-343" fmla="*/ 13507 w 21556"/>
                  <a:gd name="connsiteY12-344" fmla="*/ 15221 h 15683"/>
                  <a:gd name="connsiteX13-345" fmla="*/ 13992 w 21556"/>
                  <a:gd name="connsiteY13-346" fmla="*/ 14726 h 15683"/>
                  <a:gd name="connsiteX14-347" fmla="*/ 17966 w 21556"/>
                  <a:gd name="connsiteY14-348" fmla="*/ 9822 h 15683"/>
                  <a:gd name="connsiteX15-349" fmla="*/ 19953 w 21556"/>
                  <a:gd name="connsiteY15-350" fmla="*/ 7370 h 15683"/>
                  <a:gd name="connsiteX16-351" fmla="*/ 20946 w 21556"/>
                  <a:gd name="connsiteY16-352" fmla="*/ 6144 h 15683"/>
                  <a:gd name="connsiteX17-353" fmla="*/ 21404 w 21556"/>
                  <a:gd name="connsiteY17-354" fmla="*/ 5555 h 15683"/>
                  <a:gd name="connsiteX18-355" fmla="*/ 21553 w 21556"/>
                  <a:gd name="connsiteY18-356" fmla="*/ 4817 h 15683"/>
                  <a:gd name="connsiteX19-357" fmla="*/ 21354 w 21556"/>
                  <a:gd name="connsiteY19-358" fmla="*/ 4199 h 15683"/>
                  <a:gd name="connsiteX20-359" fmla="*/ 20946 w 21556"/>
                  <a:gd name="connsiteY20-360" fmla="*/ 3689 h 15683"/>
                  <a:gd name="connsiteX21-361" fmla="*/ 19953 w 21556"/>
                  <a:gd name="connsiteY21-362" fmla="*/ 2459 h 15683"/>
                  <a:gd name="connsiteX22-363" fmla="*/ 17966 w 21556"/>
                  <a:gd name="connsiteY22-364" fmla="*/ 0 h 15683"/>
                  <a:gd name="connsiteX0-365" fmla="*/ 17966 w 21556"/>
                  <a:gd name="connsiteY0-366" fmla="*/ 0 h 15683"/>
                  <a:gd name="connsiteX1-367" fmla="*/ 7562 w 21556"/>
                  <a:gd name="connsiteY1-368" fmla="*/ 4070 h 15683"/>
                  <a:gd name="connsiteX2-369" fmla="*/ 7792 w 21556"/>
                  <a:gd name="connsiteY2-370" fmla="*/ 4675 h 15683"/>
                  <a:gd name="connsiteX3-371" fmla="*/ 7572 w 21556"/>
                  <a:gd name="connsiteY3-372" fmla="*/ 5720 h 15683"/>
                  <a:gd name="connsiteX4-373" fmla="*/ 6171 w 21556"/>
                  <a:gd name="connsiteY4-374" fmla="*/ 7451 h 15683"/>
                  <a:gd name="connsiteX5-375" fmla="*/ 4141 w 21556"/>
                  <a:gd name="connsiteY5-376" fmla="*/ 9941 h 15683"/>
                  <a:gd name="connsiteX6-377" fmla="*/ 81 w 21556"/>
                  <a:gd name="connsiteY6-378" fmla="*/ 14922 h 15683"/>
                  <a:gd name="connsiteX7-379" fmla="*/ 81 w 21556"/>
                  <a:gd name="connsiteY7-380" fmla="*/ 15526 h 15683"/>
                  <a:gd name="connsiteX8-381" fmla="*/ 392 w 21556"/>
                  <a:gd name="connsiteY8-382" fmla="*/ 15675 h 15683"/>
                  <a:gd name="connsiteX9-383" fmla="*/ 12498 w 21556"/>
                  <a:gd name="connsiteY9-384" fmla="*/ 15675 h 15683"/>
                  <a:gd name="connsiteX10-385" fmla="*/ 13012 w 21556"/>
                  <a:gd name="connsiteY10-386" fmla="*/ 15580 h 15683"/>
                  <a:gd name="connsiteX11-387" fmla="*/ 13507 w 21556"/>
                  <a:gd name="connsiteY11-388" fmla="*/ 15221 h 15683"/>
                  <a:gd name="connsiteX12-389" fmla="*/ 13992 w 21556"/>
                  <a:gd name="connsiteY12-390" fmla="*/ 14726 h 15683"/>
                  <a:gd name="connsiteX13-391" fmla="*/ 17966 w 21556"/>
                  <a:gd name="connsiteY13-392" fmla="*/ 9822 h 15683"/>
                  <a:gd name="connsiteX14-393" fmla="*/ 19953 w 21556"/>
                  <a:gd name="connsiteY14-394" fmla="*/ 7370 h 15683"/>
                  <a:gd name="connsiteX15-395" fmla="*/ 20946 w 21556"/>
                  <a:gd name="connsiteY15-396" fmla="*/ 6144 h 15683"/>
                  <a:gd name="connsiteX16-397" fmla="*/ 21404 w 21556"/>
                  <a:gd name="connsiteY16-398" fmla="*/ 5555 h 15683"/>
                  <a:gd name="connsiteX17-399" fmla="*/ 21553 w 21556"/>
                  <a:gd name="connsiteY17-400" fmla="*/ 4817 h 15683"/>
                  <a:gd name="connsiteX18-401" fmla="*/ 21354 w 21556"/>
                  <a:gd name="connsiteY18-402" fmla="*/ 4199 h 15683"/>
                  <a:gd name="connsiteX19-403" fmla="*/ 20946 w 21556"/>
                  <a:gd name="connsiteY19-404" fmla="*/ 3689 h 15683"/>
                  <a:gd name="connsiteX20-405" fmla="*/ 19953 w 21556"/>
                  <a:gd name="connsiteY20-406" fmla="*/ 2459 h 15683"/>
                  <a:gd name="connsiteX21-407" fmla="*/ 17966 w 21556"/>
                  <a:gd name="connsiteY21-408" fmla="*/ 0 h 15683"/>
                  <a:gd name="connsiteX0-409" fmla="*/ 19953 w 21556"/>
                  <a:gd name="connsiteY0-410" fmla="*/ 0 h 13224"/>
                  <a:gd name="connsiteX1-411" fmla="*/ 7562 w 21556"/>
                  <a:gd name="connsiteY1-412" fmla="*/ 1611 h 13224"/>
                  <a:gd name="connsiteX2-413" fmla="*/ 7792 w 21556"/>
                  <a:gd name="connsiteY2-414" fmla="*/ 2216 h 13224"/>
                  <a:gd name="connsiteX3-415" fmla="*/ 7572 w 21556"/>
                  <a:gd name="connsiteY3-416" fmla="*/ 3261 h 13224"/>
                  <a:gd name="connsiteX4-417" fmla="*/ 6171 w 21556"/>
                  <a:gd name="connsiteY4-418" fmla="*/ 4992 h 13224"/>
                  <a:gd name="connsiteX5-419" fmla="*/ 4141 w 21556"/>
                  <a:gd name="connsiteY5-420" fmla="*/ 7482 h 13224"/>
                  <a:gd name="connsiteX6-421" fmla="*/ 81 w 21556"/>
                  <a:gd name="connsiteY6-422" fmla="*/ 12463 h 13224"/>
                  <a:gd name="connsiteX7-423" fmla="*/ 81 w 21556"/>
                  <a:gd name="connsiteY7-424" fmla="*/ 13067 h 13224"/>
                  <a:gd name="connsiteX8-425" fmla="*/ 392 w 21556"/>
                  <a:gd name="connsiteY8-426" fmla="*/ 13216 h 13224"/>
                  <a:gd name="connsiteX9-427" fmla="*/ 12498 w 21556"/>
                  <a:gd name="connsiteY9-428" fmla="*/ 13216 h 13224"/>
                  <a:gd name="connsiteX10-429" fmla="*/ 13012 w 21556"/>
                  <a:gd name="connsiteY10-430" fmla="*/ 13121 h 13224"/>
                  <a:gd name="connsiteX11-431" fmla="*/ 13507 w 21556"/>
                  <a:gd name="connsiteY11-432" fmla="*/ 12762 h 13224"/>
                  <a:gd name="connsiteX12-433" fmla="*/ 13992 w 21556"/>
                  <a:gd name="connsiteY12-434" fmla="*/ 12267 h 13224"/>
                  <a:gd name="connsiteX13-435" fmla="*/ 17966 w 21556"/>
                  <a:gd name="connsiteY13-436" fmla="*/ 7363 h 13224"/>
                  <a:gd name="connsiteX14-437" fmla="*/ 19953 w 21556"/>
                  <a:gd name="connsiteY14-438" fmla="*/ 4911 h 13224"/>
                  <a:gd name="connsiteX15-439" fmla="*/ 20946 w 21556"/>
                  <a:gd name="connsiteY15-440" fmla="*/ 3685 h 13224"/>
                  <a:gd name="connsiteX16-441" fmla="*/ 21404 w 21556"/>
                  <a:gd name="connsiteY16-442" fmla="*/ 3096 h 13224"/>
                  <a:gd name="connsiteX17-443" fmla="*/ 21553 w 21556"/>
                  <a:gd name="connsiteY17-444" fmla="*/ 2358 h 13224"/>
                  <a:gd name="connsiteX18-445" fmla="*/ 21354 w 21556"/>
                  <a:gd name="connsiteY18-446" fmla="*/ 1740 h 13224"/>
                  <a:gd name="connsiteX19-447" fmla="*/ 20946 w 21556"/>
                  <a:gd name="connsiteY19-448" fmla="*/ 1230 h 13224"/>
                  <a:gd name="connsiteX20-449" fmla="*/ 19953 w 21556"/>
                  <a:gd name="connsiteY20-450" fmla="*/ 0 h 13224"/>
                  <a:gd name="connsiteX0-451" fmla="*/ 19953 w 21556"/>
                  <a:gd name="connsiteY0-452" fmla="*/ 0 h 13224"/>
                  <a:gd name="connsiteX1-453" fmla="*/ 7562 w 21556"/>
                  <a:gd name="connsiteY1-454" fmla="*/ 1611 h 13224"/>
                  <a:gd name="connsiteX2-455" fmla="*/ 7792 w 21556"/>
                  <a:gd name="connsiteY2-456" fmla="*/ 2216 h 13224"/>
                  <a:gd name="connsiteX3-457" fmla="*/ 7613 w 21556"/>
                  <a:gd name="connsiteY3-458" fmla="*/ 1590 h 13224"/>
                  <a:gd name="connsiteX4-459" fmla="*/ 7572 w 21556"/>
                  <a:gd name="connsiteY4-460" fmla="*/ 3261 h 13224"/>
                  <a:gd name="connsiteX5-461" fmla="*/ 6171 w 21556"/>
                  <a:gd name="connsiteY5-462" fmla="*/ 4992 h 13224"/>
                  <a:gd name="connsiteX6-463" fmla="*/ 4141 w 21556"/>
                  <a:gd name="connsiteY6-464" fmla="*/ 7482 h 13224"/>
                  <a:gd name="connsiteX7-465" fmla="*/ 81 w 21556"/>
                  <a:gd name="connsiteY7-466" fmla="*/ 12463 h 13224"/>
                  <a:gd name="connsiteX8-467" fmla="*/ 81 w 21556"/>
                  <a:gd name="connsiteY8-468" fmla="*/ 13067 h 13224"/>
                  <a:gd name="connsiteX9-469" fmla="*/ 392 w 21556"/>
                  <a:gd name="connsiteY9-470" fmla="*/ 13216 h 13224"/>
                  <a:gd name="connsiteX10-471" fmla="*/ 12498 w 21556"/>
                  <a:gd name="connsiteY10-472" fmla="*/ 13216 h 13224"/>
                  <a:gd name="connsiteX11-473" fmla="*/ 13012 w 21556"/>
                  <a:gd name="connsiteY11-474" fmla="*/ 13121 h 13224"/>
                  <a:gd name="connsiteX12-475" fmla="*/ 13507 w 21556"/>
                  <a:gd name="connsiteY12-476" fmla="*/ 12762 h 13224"/>
                  <a:gd name="connsiteX13-477" fmla="*/ 13992 w 21556"/>
                  <a:gd name="connsiteY13-478" fmla="*/ 12267 h 13224"/>
                  <a:gd name="connsiteX14-479" fmla="*/ 17966 w 21556"/>
                  <a:gd name="connsiteY14-480" fmla="*/ 7363 h 13224"/>
                  <a:gd name="connsiteX15-481" fmla="*/ 19953 w 21556"/>
                  <a:gd name="connsiteY15-482" fmla="*/ 4911 h 13224"/>
                  <a:gd name="connsiteX16-483" fmla="*/ 20946 w 21556"/>
                  <a:gd name="connsiteY16-484" fmla="*/ 3685 h 13224"/>
                  <a:gd name="connsiteX17-485" fmla="*/ 21404 w 21556"/>
                  <a:gd name="connsiteY17-486" fmla="*/ 3096 h 13224"/>
                  <a:gd name="connsiteX18-487" fmla="*/ 21553 w 21556"/>
                  <a:gd name="connsiteY18-488" fmla="*/ 2358 h 13224"/>
                  <a:gd name="connsiteX19-489" fmla="*/ 21354 w 21556"/>
                  <a:gd name="connsiteY19-490" fmla="*/ 1740 h 13224"/>
                  <a:gd name="connsiteX20-491" fmla="*/ 20946 w 21556"/>
                  <a:gd name="connsiteY20-492" fmla="*/ 1230 h 13224"/>
                  <a:gd name="connsiteX21-493" fmla="*/ 19953 w 21556"/>
                  <a:gd name="connsiteY21-494" fmla="*/ 0 h 13224"/>
                  <a:gd name="connsiteX0-495" fmla="*/ 19953 w 21556"/>
                  <a:gd name="connsiteY0-496" fmla="*/ 0 h 13224"/>
                  <a:gd name="connsiteX1-497" fmla="*/ 7562 w 21556"/>
                  <a:gd name="connsiteY1-498" fmla="*/ 1611 h 13224"/>
                  <a:gd name="connsiteX2-499" fmla="*/ 7792 w 21556"/>
                  <a:gd name="connsiteY2-500" fmla="*/ 2216 h 13224"/>
                  <a:gd name="connsiteX3-501" fmla="*/ 7572 w 21556"/>
                  <a:gd name="connsiteY3-502" fmla="*/ 3261 h 13224"/>
                  <a:gd name="connsiteX4-503" fmla="*/ 6171 w 21556"/>
                  <a:gd name="connsiteY4-504" fmla="*/ 4992 h 13224"/>
                  <a:gd name="connsiteX5-505" fmla="*/ 4141 w 21556"/>
                  <a:gd name="connsiteY5-506" fmla="*/ 7482 h 13224"/>
                  <a:gd name="connsiteX6-507" fmla="*/ 81 w 21556"/>
                  <a:gd name="connsiteY6-508" fmla="*/ 12463 h 13224"/>
                  <a:gd name="connsiteX7-509" fmla="*/ 81 w 21556"/>
                  <a:gd name="connsiteY7-510" fmla="*/ 13067 h 13224"/>
                  <a:gd name="connsiteX8-511" fmla="*/ 392 w 21556"/>
                  <a:gd name="connsiteY8-512" fmla="*/ 13216 h 13224"/>
                  <a:gd name="connsiteX9-513" fmla="*/ 12498 w 21556"/>
                  <a:gd name="connsiteY9-514" fmla="*/ 13216 h 13224"/>
                  <a:gd name="connsiteX10-515" fmla="*/ 13012 w 21556"/>
                  <a:gd name="connsiteY10-516" fmla="*/ 13121 h 13224"/>
                  <a:gd name="connsiteX11-517" fmla="*/ 13507 w 21556"/>
                  <a:gd name="connsiteY11-518" fmla="*/ 12762 h 13224"/>
                  <a:gd name="connsiteX12-519" fmla="*/ 13992 w 21556"/>
                  <a:gd name="connsiteY12-520" fmla="*/ 12267 h 13224"/>
                  <a:gd name="connsiteX13-521" fmla="*/ 17966 w 21556"/>
                  <a:gd name="connsiteY13-522" fmla="*/ 7363 h 13224"/>
                  <a:gd name="connsiteX14-523" fmla="*/ 19953 w 21556"/>
                  <a:gd name="connsiteY14-524" fmla="*/ 4911 h 13224"/>
                  <a:gd name="connsiteX15-525" fmla="*/ 20946 w 21556"/>
                  <a:gd name="connsiteY15-526" fmla="*/ 3685 h 13224"/>
                  <a:gd name="connsiteX16-527" fmla="*/ 21404 w 21556"/>
                  <a:gd name="connsiteY16-528" fmla="*/ 3096 h 13224"/>
                  <a:gd name="connsiteX17-529" fmla="*/ 21553 w 21556"/>
                  <a:gd name="connsiteY17-530" fmla="*/ 2358 h 13224"/>
                  <a:gd name="connsiteX18-531" fmla="*/ 21354 w 21556"/>
                  <a:gd name="connsiteY18-532" fmla="*/ 1740 h 13224"/>
                  <a:gd name="connsiteX19-533" fmla="*/ 20946 w 21556"/>
                  <a:gd name="connsiteY19-534" fmla="*/ 1230 h 13224"/>
                  <a:gd name="connsiteX20-535" fmla="*/ 19953 w 21556"/>
                  <a:gd name="connsiteY20-536" fmla="*/ 0 h 13224"/>
                  <a:gd name="connsiteX0-537" fmla="*/ 19953 w 21556"/>
                  <a:gd name="connsiteY0-538" fmla="*/ 0 h 13224"/>
                  <a:gd name="connsiteX1-539" fmla="*/ 7792 w 21556"/>
                  <a:gd name="connsiteY1-540" fmla="*/ 2216 h 13224"/>
                  <a:gd name="connsiteX2-541" fmla="*/ 7572 w 21556"/>
                  <a:gd name="connsiteY2-542" fmla="*/ 3261 h 13224"/>
                  <a:gd name="connsiteX3-543" fmla="*/ 6171 w 21556"/>
                  <a:gd name="connsiteY3-544" fmla="*/ 4992 h 13224"/>
                  <a:gd name="connsiteX4-545" fmla="*/ 4141 w 21556"/>
                  <a:gd name="connsiteY4-546" fmla="*/ 7482 h 13224"/>
                  <a:gd name="connsiteX5-547" fmla="*/ 81 w 21556"/>
                  <a:gd name="connsiteY5-548" fmla="*/ 12463 h 13224"/>
                  <a:gd name="connsiteX6-549" fmla="*/ 81 w 21556"/>
                  <a:gd name="connsiteY6-550" fmla="*/ 13067 h 13224"/>
                  <a:gd name="connsiteX7-551" fmla="*/ 392 w 21556"/>
                  <a:gd name="connsiteY7-552" fmla="*/ 13216 h 13224"/>
                  <a:gd name="connsiteX8-553" fmla="*/ 12498 w 21556"/>
                  <a:gd name="connsiteY8-554" fmla="*/ 13216 h 13224"/>
                  <a:gd name="connsiteX9-555" fmla="*/ 13012 w 21556"/>
                  <a:gd name="connsiteY9-556" fmla="*/ 13121 h 13224"/>
                  <a:gd name="connsiteX10-557" fmla="*/ 13507 w 21556"/>
                  <a:gd name="connsiteY10-558" fmla="*/ 12762 h 13224"/>
                  <a:gd name="connsiteX11-559" fmla="*/ 13992 w 21556"/>
                  <a:gd name="connsiteY11-560" fmla="*/ 12267 h 13224"/>
                  <a:gd name="connsiteX12-561" fmla="*/ 17966 w 21556"/>
                  <a:gd name="connsiteY12-562" fmla="*/ 7363 h 13224"/>
                  <a:gd name="connsiteX13-563" fmla="*/ 19953 w 21556"/>
                  <a:gd name="connsiteY13-564" fmla="*/ 4911 h 13224"/>
                  <a:gd name="connsiteX14-565" fmla="*/ 20946 w 21556"/>
                  <a:gd name="connsiteY14-566" fmla="*/ 3685 h 13224"/>
                  <a:gd name="connsiteX15-567" fmla="*/ 21404 w 21556"/>
                  <a:gd name="connsiteY15-568" fmla="*/ 3096 h 13224"/>
                  <a:gd name="connsiteX16-569" fmla="*/ 21553 w 21556"/>
                  <a:gd name="connsiteY16-570" fmla="*/ 2358 h 13224"/>
                  <a:gd name="connsiteX17-571" fmla="*/ 21354 w 21556"/>
                  <a:gd name="connsiteY17-572" fmla="*/ 1740 h 13224"/>
                  <a:gd name="connsiteX18-573" fmla="*/ 20946 w 21556"/>
                  <a:gd name="connsiteY18-574" fmla="*/ 1230 h 13224"/>
                  <a:gd name="connsiteX19-575" fmla="*/ 19953 w 21556"/>
                  <a:gd name="connsiteY19-576" fmla="*/ 0 h 13224"/>
                  <a:gd name="connsiteX0-577" fmla="*/ 20946 w 21556"/>
                  <a:gd name="connsiteY0-578" fmla="*/ 0 h 11994"/>
                  <a:gd name="connsiteX1-579" fmla="*/ 7792 w 21556"/>
                  <a:gd name="connsiteY1-580" fmla="*/ 986 h 11994"/>
                  <a:gd name="connsiteX2-581" fmla="*/ 7572 w 21556"/>
                  <a:gd name="connsiteY2-582" fmla="*/ 2031 h 11994"/>
                  <a:gd name="connsiteX3-583" fmla="*/ 6171 w 21556"/>
                  <a:gd name="connsiteY3-584" fmla="*/ 3762 h 11994"/>
                  <a:gd name="connsiteX4-585" fmla="*/ 4141 w 21556"/>
                  <a:gd name="connsiteY4-586" fmla="*/ 6252 h 11994"/>
                  <a:gd name="connsiteX5-587" fmla="*/ 81 w 21556"/>
                  <a:gd name="connsiteY5-588" fmla="*/ 11233 h 11994"/>
                  <a:gd name="connsiteX6-589" fmla="*/ 81 w 21556"/>
                  <a:gd name="connsiteY6-590" fmla="*/ 11837 h 11994"/>
                  <a:gd name="connsiteX7-591" fmla="*/ 392 w 21556"/>
                  <a:gd name="connsiteY7-592" fmla="*/ 11986 h 11994"/>
                  <a:gd name="connsiteX8-593" fmla="*/ 12498 w 21556"/>
                  <a:gd name="connsiteY8-594" fmla="*/ 11986 h 11994"/>
                  <a:gd name="connsiteX9-595" fmla="*/ 13012 w 21556"/>
                  <a:gd name="connsiteY9-596" fmla="*/ 11891 h 11994"/>
                  <a:gd name="connsiteX10-597" fmla="*/ 13507 w 21556"/>
                  <a:gd name="connsiteY10-598" fmla="*/ 11532 h 11994"/>
                  <a:gd name="connsiteX11-599" fmla="*/ 13992 w 21556"/>
                  <a:gd name="connsiteY11-600" fmla="*/ 11037 h 11994"/>
                  <a:gd name="connsiteX12-601" fmla="*/ 17966 w 21556"/>
                  <a:gd name="connsiteY12-602" fmla="*/ 6133 h 11994"/>
                  <a:gd name="connsiteX13-603" fmla="*/ 19953 w 21556"/>
                  <a:gd name="connsiteY13-604" fmla="*/ 3681 h 11994"/>
                  <a:gd name="connsiteX14-605" fmla="*/ 20946 w 21556"/>
                  <a:gd name="connsiteY14-606" fmla="*/ 2455 h 11994"/>
                  <a:gd name="connsiteX15-607" fmla="*/ 21404 w 21556"/>
                  <a:gd name="connsiteY15-608" fmla="*/ 1866 h 11994"/>
                  <a:gd name="connsiteX16-609" fmla="*/ 21553 w 21556"/>
                  <a:gd name="connsiteY16-610" fmla="*/ 1128 h 11994"/>
                  <a:gd name="connsiteX17-611" fmla="*/ 21354 w 21556"/>
                  <a:gd name="connsiteY17-612" fmla="*/ 510 h 11994"/>
                  <a:gd name="connsiteX18-613" fmla="*/ 20946 w 21556"/>
                  <a:gd name="connsiteY18-614" fmla="*/ 0 h 11994"/>
                  <a:gd name="connsiteX0-615" fmla="*/ 21354 w 21556"/>
                  <a:gd name="connsiteY0-616" fmla="*/ 0 h 11484"/>
                  <a:gd name="connsiteX1-617" fmla="*/ 7792 w 21556"/>
                  <a:gd name="connsiteY1-618" fmla="*/ 476 h 11484"/>
                  <a:gd name="connsiteX2-619" fmla="*/ 7572 w 21556"/>
                  <a:gd name="connsiteY2-620" fmla="*/ 1521 h 11484"/>
                  <a:gd name="connsiteX3-621" fmla="*/ 6171 w 21556"/>
                  <a:gd name="connsiteY3-622" fmla="*/ 3252 h 11484"/>
                  <a:gd name="connsiteX4-623" fmla="*/ 4141 w 21556"/>
                  <a:gd name="connsiteY4-624" fmla="*/ 5742 h 11484"/>
                  <a:gd name="connsiteX5-625" fmla="*/ 81 w 21556"/>
                  <a:gd name="connsiteY5-626" fmla="*/ 10723 h 11484"/>
                  <a:gd name="connsiteX6-627" fmla="*/ 81 w 21556"/>
                  <a:gd name="connsiteY6-628" fmla="*/ 11327 h 11484"/>
                  <a:gd name="connsiteX7-629" fmla="*/ 392 w 21556"/>
                  <a:gd name="connsiteY7-630" fmla="*/ 11476 h 11484"/>
                  <a:gd name="connsiteX8-631" fmla="*/ 12498 w 21556"/>
                  <a:gd name="connsiteY8-632" fmla="*/ 11476 h 11484"/>
                  <a:gd name="connsiteX9-633" fmla="*/ 13012 w 21556"/>
                  <a:gd name="connsiteY9-634" fmla="*/ 11381 h 11484"/>
                  <a:gd name="connsiteX10-635" fmla="*/ 13507 w 21556"/>
                  <a:gd name="connsiteY10-636" fmla="*/ 11022 h 11484"/>
                  <a:gd name="connsiteX11-637" fmla="*/ 13992 w 21556"/>
                  <a:gd name="connsiteY11-638" fmla="*/ 10527 h 11484"/>
                  <a:gd name="connsiteX12-639" fmla="*/ 17966 w 21556"/>
                  <a:gd name="connsiteY12-640" fmla="*/ 5623 h 11484"/>
                  <a:gd name="connsiteX13-641" fmla="*/ 19953 w 21556"/>
                  <a:gd name="connsiteY13-642" fmla="*/ 3171 h 11484"/>
                  <a:gd name="connsiteX14-643" fmla="*/ 20946 w 21556"/>
                  <a:gd name="connsiteY14-644" fmla="*/ 1945 h 11484"/>
                  <a:gd name="connsiteX15-645" fmla="*/ 21404 w 21556"/>
                  <a:gd name="connsiteY15-646" fmla="*/ 1356 h 11484"/>
                  <a:gd name="connsiteX16-647" fmla="*/ 21553 w 21556"/>
                  <a:gd name="connsiteY16-648" fmla="*/ 618 h 11484"/>
                  <a:gd name="connsiteX17-649" fmla="*/ 21354 w 21556"/>
                  <a:gd name="connsiteY17-650" fmla="*/ 0 h 11484"/>
                  <a:gd name="connsiteX0-651" fmla="*/ 21553 w 21556"/>
                  <a:gd name="connsiteY0-652" fmla="*/ 206 h 11072"/>
                  <a:gd name="connsiteX1-653" fmla="*/ 7792 w 21556"/>
                  <a:gd name="connsiteY1-654" fmla="*/ 64 h 11072"/>
                  <a:gd name="connsiteX2-655" fmla="*/ 7572 w 21556"/>
                  <a:gd name="connsiteY2-656" fmla="*/ 1109 h 11072"/>
                  <a:gd name="connsiteX3-657" fmla="*/ 6171 w 21556"/>
                  <a:gd name="connsiteY3-658" fmla="*/ 2840 h 11072"/>
                  <a:gd name="connsiteX4-659" fmla="*/ 4141 w 21556"/>
                  <a:gd name="connsiteY4-660" fmla="*/ 5330 h 11072"/>
                  <a:gd name="connsiteX5-661" fmla="*/ 81 w 21556"/>
                  <a:gd name="connsiteY5-662" fmla="*/ 10311 h 11072"/>
                  <a:gd name="connsiteX6-663" fmla="*/ 81 w 21556"/>
                  <a:gd name="connsiteY6-664" fmla="*/ 10915 h 11072"/>
                  <a:gd name="connsiteX7-665" fmla="*/ 392 w 21556"/>
                  <a:gd name="connsiteY7-666" fmla="*/ 11064 h 11072"/>
                  <a:gd name="connsiteX8-667" fmla="*/ 12498 w 21556"/>
                  <a:gd name="connsiteY8-668" fmla="*/ 11064 h 11072"/>
                  <a:gd name="connsiteX9-669" fmla="*/ 13012 w 21556"/>
                  <a:gd name="connsiteY9-670" fmla="*/ 10969 h 11072"/>
                  <a:gd name="connsiteX10-671" fmla="*/ 13507 w 21556"/>
                  <a:gd name="connsiteY10-672" fmla="*/ 10610 h 11072"/>
                  <a:gd name="connsiteX11-673" fmla="*/ 13992 w 21556"/>
                  <a:gd name="connsiteY11-674" fmla="*/ 10115 h 11072"/>
                  <a:gd name="connsiteX12-675" fmla="*/ 17966 w 21556"/>
                  <a:gd name="connsiteY12-676" fmla="*/ 5211 h 11072"/>
                  <a:gd name="connsiteX13-677" fmla="*/ 19953 w 21556"/>
                  <a:gd name="connsiteY13-678" fmla="*/ 2759 h 11072"/>
                  <a:gd name="connsiteX14-679" fmla="*/ 20946 w 21556"/>
                  <a:gd name="connsiteY14-680" fmla="*/ 1533 h 11072"/>
                  <a:gd name="connsiteX15-681" fmla="*/ 21404 w 21556"/>
                  <a:gd name="connsiteY15-682" fmla="*/ 944 h 11072"/>
                  <a:gd name="connsiteX16-683" fmla="*/ 21553 w 21556"/>
                  <a:gd name="connsiteY16-684" fmla="*/ 206 h 110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grpSp>
        <p:grpSp>
          <p:nvGrpSpPr>
            <p:cNvPr id="19" name="íşlïḋè"/>
            <p:cNvGrpSpPr/>
            <p:nvPr/>
          </p:nvGrpSpPr>
          <p:grpSpPr>
            <a:xfrm>
              <a:off x="4527659" y="3399083"/>
              <a:ext cx="1075389" cy="607795"/>
              <a:chOff x="3692188" y="1747497"/>
              <a:chExt cx="865148" cy="631034"/>
            </a:xfrm>
            <a:grpFill/>
          </p:grpSpPr>
          <p:sp>
            <p:nvSpPr>
              <p:cNvPr id="32" name="íṩḷidè"/>
              <p:cNvSpPr/>
              <p:nvPr>
                <p:custDataLst>
                  <p:tags r:id="rId21"/>
                </p:custDataLst>
              </p:nvPr>
            </p:nvSpPr>
            <p:spPr bwMode="auto">
              <a:xfrm>
                <a:off x="3692188" y="2054772"/>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1" fmla="*/ 12498 w 21556"/>
                  <a:gd name="connsiteY0-2" fmla="*/ 3 h 21546"/>
                  <a:gd name="connsiteX1-3" fmla="*/ 81 w 21556"/>
                  <a:gd name="connsiteY1-4" fmla="*/ 749 h 21546"/>
                  <a:gd name="connsiteX2-5" fmla="*/ 4141 w 21556"/>
                  <a:gd name="connsiteY2-6" fmla="*/ 5786 h 21546"/>
                  <a:gd name="connsiteX3-7" fmla="*/ 6171 w 21556"/>
                  <a:gd name="connsiteY3-8" fmla="*/ 8305 h 21546"/>
                  <a:gd name="connsiteX4-9" fmla="*/ 7562 w 21556"/>
                  <a:gd name="connsiteY4-10" fmla="*/ 9933 h 21546"/>
                  <a:gd name="connsiteX5-11" fmla="*/ 7792 w 21556"/>
                  <a:gd name="connsiteY5-12" fmla="*/ 10538 h 21546"/>
                  <a:gd name="connsiteX6-13" fmla="*/ 7572 w 21556"/>
                  <a:gd name="connsiteY6-14" fmla="*/ 11583 h 21546"/>
                  <a:gd name="connsiteX7-15" fmla="*/ 6171 w 21556"/>
                  <a:gd name="connsiteY7-16" fmla="*/ 13314 h 21546"/>
                  <a:gd name="connsiteX8-17" fmla="*/ 4141 w 21556"/>
                  <a:gd name="connsiteY8-18" fmla="*/ 15804 h 21546"/>
                  <a:gd name="connsiteX9-19" fmla="*/ 81 w 21556"/>
                  <a:gd name="connsiteY9-20" fmla="*/ 20785 h 21546"/>
                  <a:gd name="connsiteX10-21" fmla="*/ 81 w 21556"/>
                  <a:gd name="connsiteY10-22" fmla="*/ 21389 h 21546"/>
                  <a:gd name="connsiteX11-23" fmla="*/ 392 w 21556"/>
                  <a:gd name="connsiteY11-24" fmla="*/ 21538 h 21546"/>
                  <a:gd name="connsiteX12-25" fmla="*/ 12498 w 21556"/>
                  <a:gd name="connsiteY12-26" fmla="*/ 21538 h 21546"/>
                  <a:gd name="connsiteX13-27" fmla="*/ 13012 w 21556"/>
                  <a:gd name="connsiteY13-28" fmla="*/ 21443 h 21546"/>
                  <a:gd name="connsiteX14-29" fmla="*/ 13507 w 21556"/>
                  <a:gd name="connsiteY14-30" fmla="*/ 21084 h 21546"/>
                  <a:gd name="connsiteX15-31" fmla="*/ 13992 w 21556"/>
                  <a:gd name="connsiteY15-32" fmla="*/ 20589 h 21546"/>
                  <a:gd name="connsiteX16-33" fmla="*/ 17966 w 21556"/>
                  <a:gd name="connsiteY16-34" fmla="*/ 15685 h 21546"/>
                  <a:gd name="connsiteX17-35" fmla="*/ 19953 w 21556"/>
                  <a:gd name="connsiteY17-36" fmla="*/ 13233 h 21546"/>
                  <a:gd name="connsiteX18-37" fmla="*/ 20946 w 21556"/>
                  <a:gd name="connsiteY18-38" fmla="*/ 12007 h 21546"/>
                  <a:gd name="connsiteX19-39" fmla="*/ 21404 w 21556"/>
                  <a:gd name="connsiteY19-40" fmla="*/ 11418 h 21546"/>
                  <a:gd name="connsiteX20-41" fmla="*/ 21553 w 21556"/>
                  <a:gd name="connsiteY20-42" fmla="*/ 10680 h 21546"/>
                  <a:gd name="connsiteX21-43" fmla="*/ 21354 w 21556"/>
                  <a:gd name="connsiteY21-44" fmla="*/ 10062 h 21546"/>
                  <a:gd name="connsiteX22-45" fmla="*/ 20946 w 21556"/>
                  <a:gd name="connsiteY22-46" fmla="*/ 9552 h 21546"/>
                  <a:gd name="connsiteX23-47" fmla="*/ 19953 w 21556"/>
                  <a:gd name="connsiteY23-48" fmla="*/ 8322 h 21546"/>
                  <a:gd name="connsiteX24-49" fmla="*/ 17966 w 21556"/>
                  <a:gd name="connsiteY24-50" fmla="*/ 5863 h 21546"/>
                  <a:gd name="connsiteX25-51" fmla="*/ 13992 w 21556"/>
                  <a:gd name="connsiteY25-52" fmla="*/ 945 h 21546"/>
                  <a:gd name="connsiteX26-53" fmla="*/ 13507 w 21556"/>
                  <a:gd name="connsiteY26-54" fmla="*/ 457 h 21546"/>
                  <a:gd name="connsiteX27-55" fmla="*/ 13012 w 21556"/>
                  <a:gd name="connsiteY27-56" fmla="*/ 98 h 21546"/>
                  <a:gd name="connsiteX28-57" fmla="*/ 12498 w 21556"/>
                  <a:gd name="connsiteY28-58" fmla="*/ 3 h 21546"/>
                  <a:gd name="connsiteX0-59" fmla="*/ 12498 w 21556"/>
                  <a:gd name="connsiteY0-60" fmla="*/ 3 h 21546"/>
                  <a:gd name="connsiteX1-61" fmla="*/ 4141 w 21556"/>
                  <a:gd name="connsiteY1-62" fmla="*/ 5786 h 21546"/>
                  <a:gd name="connsiteX2-63" fmla="*/ 6171 w 21556"/>
                  <a:gd name="connsiteY2-64" fmla="*/ 8305 h 21546"/>
                  <a:gd name="connsiteX3-65" fmla="*/ 7562 w 21556"/>
                  <a:gd name="connsiteY3-66" fmla="*/ 9933 h 21546"/>
                  <a:gd name="connsiteX4-67" fmla="*/ 7792 w 21556"/>
                  <a:gd name="connsiteY4-68" fmla="*/ 10538 h 21546"/>
                  <a:gd name="connsiteX5-69" fmla="*/ 7572 w 21556"/>
                  <a:gd name="connsiteY5-70" fmla="*/ 11583 h 21546"/>
                  <a:gd name="connsiteX6-71" fmla="*/ 6171 w 21556"/>
                  <a:gd name="connsiteY6-72" fmla="*/ 13314 h 21546"/>
                  <a:gd name="connsiteX7-73" fmla="*/ 4141 w 21556"/>
                  <a:gd name="connsiteY7-74" fmla="*/ 15804 h 21546"/>
                  <a:gd name="connsiteX8-75" fmla="*/ 81 w 21556"/>
                  <a:gd name="connsiteY8-76" fmla="*/ 20785 h 21546"/>
                  <a:gd name="connsiteX9-77" fmla="*/ 81 w 21556"/>
                  <a:gd name="connsiteY9-78" fmla="*/ 21389 h 21546"/>
                  <a:gd name="connsiteX10-79" fmla="*/ 392 w 21556"/>
                  <a:gd name="connsiteY10-80" fmla="*/ 21538 h 21546"/>
                  <a:gd name="connsiteX11-81" fmla="*/ 12498 w 21556"/>
                  <a:gd name="connsiteY11-82" fmla="*/ 21538 h 21546"/>
                  <a:gd name="connsiteX12-83" fmla="*/ 13012 w 21556"/>
                  <a:gd name="connsiteY12-84" fmla="*/ 21443 h 21546"/>
                  <a:gd name="connsiteX13-85" fmla="*/ 13507 w 21556"/>
                  <a:gd name="connsiteY13-86" fmla="*/ 21084 h 21546"/>
                  <a:gd name="connsiteX14-87" fmla="*/ 13992 w 21556"/>
                  <a:gd name="connsiteY14-88" fmla="*/ 20589 h 21546"/>
                  <a:gd name="connsiteX15-89" fmla="*/ 17966 w 21556"/>
                  <a:gd name="connsiteY15-90" fmla="*/ 15685 h 21546"/>
                  <a:gd name="connsiteX16-91" fmla="*/ 19953 w 21556"/>
                  <a:gd name="connsiteY16-92" fmla="*/ 13233 h 21546"/>
                  <a:gd name="connsiteX17-93" fmla="*/ 20946 w 21556"/>
                  <a:gd name="connsiteY17-94" fmla="*/ 12007 h 21546"/>
                  <a:gd name="connsiteX18-95" fmla="*/ 21404 w 21556"/>
                  <a:gd name="connsiteY18-96" fmla="*/ 11418 h 21546"/>
                  <a:gd name="connsiteX19-97" fmla="*/ 21553 w 21556"/>
                  <a:gd name="connsiteY19-98" fmla="*/ 10680 h 21546"/>
                  <a:gd name="connsiteX20-99" fmla="*/ 21354 w 21556"/>
                  <a:gd name="connsiteY20-100" fmla="*/ 10062 h 21546"/>
                  <a:gd name="connsiteX21-101" fmla="*/ 20946 w 21556"/>
                  <a:gd name="connsiteY21-102" fmla="*/ 9552 h 21546"/>
                  <a:gd name="connsiteX22-103" fmla="*/ 19953 w 21556"/>
                  <a:gd name="connsiteY22-104" fmla="*/ 8322 h 21546"/>
                  <a:gd name="connsiteX23-105" fmla="*/ 17966 w 21556"/>
                  <a:gd name="connsiteY23-106" fmla="*/ 5863 h 21546"/>
                  <a:gd name="connsiteX24-107" fmla="*/ 13992 w 21556"/>
                  <a:gd name="connsiteY24-108" fmla="*/ 945 h 21546"/>
                  <a:gd name="connsiteX25-109" fmla="*/ 13507 w 21556"/>
                  <a:gd name="connsiteY25-110" fmla="*/ 457 h 21546"/>
                  <a:gd name="connsiteX26-111" fmla="*/ 13012 w 21556"/>
                  <a:gd name="connsiteY26-112" fmla="*/ 98 h 21546"/>
                  <a:gd name="connsiteX27-113" fmla="*/ 12498 w 21556"/>
                  <a:gd name="connsiteY27-114" fmla="*/ 3 h 21546"/>
                  <a:gd name="connsiteX0-115" fmla="*/ 13012 w 21556"/>
                  <a:gd name="connsiteY0-116" fmla="*/ 0 h 21448"/>
                  <a:gd name="connsiteX1-117" fmla="*/ 4141 w 21556"/>
                  <a:gd name="connsiteY1-118" fmla="*/ 5688 h 21448"/>
                  <a:gd name="connsiteX2-119" fmla="*/ 6171 w 21556"/>
                  <a:gd name="connsiteY2-120" fmla="*/ 8207 h 21448"/>
                  <a:gd name="connsiteX3-121" fmla="*/ 7562 w 21556"/>
                  <a:gd name="connsiteY3-122" fmla="*/ 9835 h 21448"/>
                  <a:gd name="connsiteX4-123" fmla="*/ 7792 w 21556"/>
                  <a:gd name="connsiteY4-124" fmla="*/ 10440 h 21448"/>
                  <a:gd name="connsiteX5-125" fmla="*/ 7572 w 21556"/>
                  <a:gd name="connsiteY5-126" fmla="*/ 11485 h 21448"/>
                  <a:gd name="connsiteX6-127" fmla="*/ 6171 w 21556"/>
                  <a:gd name="connsiteY6-128" fmla="*/ 13216 h 21448"/>
                  <a:gd name="connsiteX7-129" fmla="*/ 4141 w 21556"/>
                  <a:gd name="connsiteY7-130" fmla="*/ 15706 h 21448"/>
                  <a:gd name="connsiteX8-131" fmla="*/ 81 w 21556"/>
                  <a:gd name="connsiteY8-132" fmla="*/ 20687 h 21448"/>
                  <a:gd name="connsiteX9-133" fmla="*/ 81 w 21556"/>
                  <a:gd name="connsiteY9-134" fmla="*/ 21291 h 21448"/>
                  <a:gd name="connsiteX10-135" fmla="*/ 392 w 21556"/>
                  <a:gd name="connsiteY10-136" fmla="*/ 21440 h 21448"/>
                  <a:gd name="connsiteX11-137" fmla="*/ 12498 w 21556"/>
                  <a:gd name="connsiteY11-138" fmla="*/ 21440 h 21448"/>
                  <a:gd name="connsiteX12-139" fmla="*/ 13012 w 21556"/>
                  <a:gd name="connsiteY12-140" fmla="*/ 21345 h 21448"/>
                  <a:gd name="connsiteX13-141" fmla="*/ 13507 w 21556"/>
                  <a:gd name="connsiteY13-142" fmla="*/ 20986 h 21448"/>
                  <a:gd name="connsiteX14-143" fmla="*/ 13992 w 21556"/>
                  <a:gd name="connsiteY14-144" fmla="*/ 20491 h 21448"/>
                  <a:gd name="connsiteX15-145" fmla="*/ 17966 w 21556"/>
                  <a:gd name="connsiteY15-146" fmla="*/ 15587 h 21448"/>
                  <a:gd name="connsiteX16-147" fmla="*/ 19953 w 21556"/>
                  <a:gd name="connsiteY16-148" fmla="*/ 13135 h 21448"/>
                  <a:gd name="connsiteX17-149" fmla="*/ 20946 w 21556"/>
                  <a:gd name="connsiteY17-150" fmla="*/ 11909 h 21448"/>
                  <a:gd name="connsiteX18-151" fmla="*/ 21404 w 21556"/>
                  <a:gd name="connsiteY18-152" fmla="*/ 11320 h 21448"/>
                  <a:gd name="connsiteX19-153" fmla="*/ 21553 w 21556"/>
                  <a:gd name="connsiteY19-154" fmla="*/ 10582 h 21448"/>
                  <a:gd name="connsiteX20-155" fmla="*/ 21354 w 21556"/>
                  <a:gd name="connsiteY20-156" fmla="*/ 9964 h 21448"/>
                  <a:gd name="connsiteX21-157" fmla="*/ 20946 w 21556"/>
                  <a:gd name="connsiteY21-158" fmla="*/ 9454 h 21448"/>
                  <a:gd name="connsiteX22-159" fmla="*/ 19953 w 21556"/>
                  <a:gd name="connsiteY22-160" fmla="*/ 8224 h 21448"/>
                  <a:gd name="connsiteX23-161" fmla="*/ 17966 w 21556"/>
                  <a:gd name="connsiteY23-162" fmla="*/ 5765 h 21448"/>
                  <a:gd name="connsiteX24-163" fmla="*/ 13992 w 21556"/>
                  <a:gd name="connsiteY24-164" fmla="*/ 847 h 21448"/>
                  <a:gd name="connsiteX25-165" fmla="*/ 13507 w 21556"/>
                  <a:gd name="connsiteY25-166" fmla="*/ 359 h 21448"/>
                  <a:gd name="connsiteX26-167" fmla="*/ 13012 w 21556"/>
                  <a:gd name="connsiteY26-168" fmla="*/ 0 h 21448"/>
                  <a:gd name="connsiteX0-169" fmla="*/ 13507 w 21556"/>
                  <a:gd name="connsiteY0-170" fmla="*/ 289 h 21378"/>
                  <a:gd name="connsiteX1-171" fmla="*/ 4141 w 21556"/>
                  <a:gd name="connsiteY1-172" fmla="*/ 5618 h 21378"/>
                  <a:gd name="connsiteX2-173" fmla="*/ 6171 w 21556"/>
                  <a:gd name="connsiteY2-174" fmla="*/ 8137 h 21378"/>
                  <a:gd name="connsiteX3-175" fmla="*/ 7562 w 21556"/>
                  <a:gd name="connsiteY3-176" fmla="*/ 9765 h 21378"/>
                  <a:gd name="connsiteX4-177" fmla="*/ 7792 w 21556"/>
                  <a:gd name="connsiteY4-178" fmla="*/ 10370 h 21378"/>
                  <a:gd name="connsiteX5-179" fmla="*/ 7572 w 21556"/>
                  <a:gd name="connsiteY5-180" fmla="*/ 11415 h 21378"/>
                  <a:gd name="connsiteX6-181" fmla="*/ 6171 w 21556"/>
                  <a:gd name="connsiteY6-182" fmla="*/ 13146 h 21378"/>
                  <a:gd name="connsiteX7-183" fmla="*/ 4141 w 21556"/>
                  <a:gd name="connsiteY7-184" fmla="*/ 15636 h 21378"/>
                  <a:gd name="connsiteX8-185" fmla="*/ 81 w 21556"/>
                  <a:gd name="connsiteY8-186" fmla="*/ 20617 h 21378"/>
                  <a:gd name="connsiteX9-187" fmla="*/ 81 w 21556"/>
                  <a:gd name="connsiteY9-188" fmla="*/ 21221 h 21378"/>
                  <a:gd name="connsiteX10-189" fmla="*/ 392 w 21556"/>
                  <a:gd name="connsiteY10-190" fmla="*/ 21370 h 21378"/>
                  <a:gd name="connsiteX11-191" fmla="*/ 12498 w 21556"/>
                  <a:gd name="connsiteY11-192" fmla="*/ 21370 h 21378"/>
                  <a:gd name="connsiteX12-193" fmla="*/ 13012 w 21556"/>
                  <a:gd name="connsiteY12-194" fmla="*/ 21275 h 21378"/>
                  <a:gd name="connsiteX13-195" fmla="*/ 13507 w 21556"/>
                  <a:gd name="connsiteY13-196" fmla="*/ 20916 h 21378"/>
                  <a:gd name="connsiteX14-197" fmla="*/ 13992 w 21556"/>
                  <a:gd name="connsiteY14-198" fmla="*/ 20421 h 21378"/>
                  <a:gd name="connsiteX15-199" fmla="*/ 17966 w 21556"/>
                  <a:gd name="connsiteY15-200" fmla="*/ 15517 h 21378"/>
                  <a:gd name="connsiteX16-201" fmla="*/ 19953 w 21556"/>
                  <a:gd name="connsiteY16-202" fmla="*/ 13065 h 21378"/>
                  <a:gd name="connsiteX17-203" fmla="*/ 20946 w 21556"/>
                  <a:gd name="connsiteY17-204" fmla="*/ 11839 h 21378"/>
                  <a:gd name="connsiteX18-205" fmla="*/ 21404 w 21556"/>
                  <a:gd name="connsiteY18-206" fmla="*/ 11250 h 21378"/>
                  <a:gd name="connsiteX19-207" fmla="*/ 21553 w 21556"/>
                  <a:gd name="connsiteY19-208" fmla="*/ 10512 h 21378"/>
                  <a:gd name="connsiteX20-209" fmla="*/ 21354 w 21556"/>
                  <a:gd name="connsiteY20-210" fmla="*/ 9894 h 21378"/>
                  <a:gd name="connsiteX21-211" fmla="*/ 20946 w 21556"/>
                  <a:gd name="connsiteY21-212" fmla="*/ 9384 h 21378"/>
                  <a:gd name="connsiteX22-213" fmla="*/ 19953 w 21556"/>
                  <a:gd name="connsiteY22-214" fmla="*/ 8154 h 21378"/>
                  <a:gd name="connsiteX23-215" fmla="*/ 17966 w 21556"/>
                  <a:gd name="connsiteY23-216" fmla="*/ 5695 h 21378"/>
                  <a:gd name="connsiteX24-217" fmla="*/ 13992 w 21556"/>
                  <a:gd name="connsiteY24-218" fmla="*/ 777 h 21378"/>
                  <a:gd name="connsiteX25-219" fmla="*/ 13507 w 21556"/>
                  <a:gd name="connsiteY25-220" fmla="*/ 289 h 21378"/>
                  <a:gd name="connsiteX0-221" fmla="*/ 13992 w 21556"/>
                  <a:gd name="connsiteY0-222" fmla="*/ 1 h 20602"/>
                  <a:gd name="connsiteX1-223" fmla="*/ 4141 w 21556"/>
                  <a:gd name="connsiteY1-224" fmla="*/ 4842 h 20602"/>
                  <a:gd name="connsiteX2-225" fmla="*/ 6171 w 21556"/>
                  <a:gd name="connsiteY2-226" fmla="*/ 7361 h 20602"/>
                  <a:gd name="connsiteX3-227" fmla="*/ 7562 w 21556"/>
                  <a:gd name="connsiteY3-228" fmla="*/ 8989 h 20602"/>
                  <a:gd name="connsiteX4-229" fmla="*/ 7792 w 21556"/>
                  <a:gd name="connsiteY4-230" fmla="*/ 9594 h 20602"/>
                  <a:gd name="connsiteX5-231" fmla="*/ 7572 w 21556"/>
                  <a:gd name="connsiteY5-232" fmla="*/ 10639 h 20602"/>
                  <a:gd name="connsiteX6-233" fmla="*/ 6171 w 21556"/>
                  <a:gd name="connsiteY6-234" fmla="*/ 12370 h 20602"/>
                  <a:gd name="connsiteX7-235" fmla="*/ 4141 w 21556"/>
                  <a:gd name="connsiteY7-236" fmla="*/ 14860 h 20602"/>
                  <a:gd name="connsiteX8-237" fmla="*/ 81 w 21556"/>
                  <a:gd name="connsiteY8-238" fmla="*/ 19841 h 20602"/>
                  <a:gd name="connsiteX9-239" fmla="*/ 81 w 21556"/>
                  <a:gd name="connsiteY9-240" fmla="*/ 20445 h 20602"/>
                  <a:gd name="connsiteX10-241" fmla="*/ 392 w 21556"/>
                  <a:gd name="connsiteY10-242" fmla="*/ 20594 h 20602"/>
                  <a:gd name="connsiteX11-243" fmla="*/ 12498 w 21556"/>
                  <a:gd name="connsiteY11-244" fmla="*/ 20594 h 20602"/>
                  <a:gd name="connsiteX12-245" fmla="*/ 13012 w 21556"/>
                  <a:gd name="connsiteY12-246" fmla="*/ 20499 h 20602"/>
                  <a:gd name="connsiteX13-247" fmla="*/ 13507 w 21556"/>
                  <a:gd name="connsiteY13-248" fmla="*/ 20140 h 20602"/>
                  <a:gd name="connsiteX14-249" fmla="*/ 13992 w 21556"/>
                  <a:gd name="connsiteY14-250" fmla="*/ 19645 h 20602"/>
                  <a:gd name="connsiteX15-251" fmla="*/ 17966 w 21556"/>
                  <a:gd name="connsiteY15-252" fmla="*/ 14741 h 20602"/>
                  <a:gd name="connsiteX16-253" fmla="*/ 19953 w 21556"/>
                  <a:gd name="connsiteY16-254" fmla="*/ 12289 h 20602"/>
                  <a:gd name="connsiteX17-255" fmla="*/ 20946 w 21556"/>
                  <a:gd name="connsiteY17-256" fmla="*/ 11063 h 20602"/>
                  <a:gd name="connsiteX18-257" fmla="*/ 21404 w 21556"/>
                  <a:gd name="connsiteY18-258" fmla="*/ 10474 h 20602"/>
                  <a:gd name="connsiteX19-259" fmla="*/ 21553 w 21556"/>
                  <a:gd name="connsiteY19-260" fmla="*/ 9736 h 20602"/>
                  <a:gd name="connsiteX20-261" fmla="*/ 21354 w 21556"/>
                  <a:gd name="connsiteY20-262" fmla="*/ 9118 h 20602"/>
                  <a:gd name="connsiteX21-263" fmla="*/ 20946 w 21556"/>
                  <a:gd name="connsiteY21-264" fmla="*/ 8608 h 20602"/>
                  <a:gd name="connsiteX22-265" fmla="*/ 19953 w 21556"/>
                  <a:gd name="connsiteY22-266" fmla="*/ 7378 h 20602"/>
                  <a:gd name="connsiteX23-267" fmla="*/ 17966 w 21556"/>
                  <a:gd name="connsiteY23-268" fmla="*/ 4919 h 20602"/>
                  <a:gd name="connsiteX24-269" fmla="*/ 13992 w 21556"/>
                  <a:gd name="connsiteY24-270" fmla="*/ 1 h 20602"/>
                  <a:gd name="connsiteX0-271" fmla="*/ 17966 w 21556"/>
                  <a:gd name="connsiteY0-272" fmla="*/ 77 h 15760"/>
                  <a:gd name="connsiteX1-273" fmla="*/ 4141 w 21556"/>
                  <a:gd name="connsiteY1-274" fmla="*/ 0 h 15760"/>
                  <a:gd name="connsiteX2-275" fmla="*/ 6171 w 21556"/>
                  <a:gd name="connsiteY2-276" fmla="*/ 2519 h 15760"/>
                  <a:gd name="connsiteX3-277" fmla="*/ 7562 w 21556"/>
                  <a:gd name="connsiteY3-278" fmla="*/ 4147 h 15760"/>
                  <a:gd name="connsiteX4-279" fmla="*/ 7792 w 21556"/>
                  <a:gd name="connsiteY4-280" fmla="*/ 4752 h 15760"/>
                  <a:gd name="connsiteX5-281" fmla="*/ 7572 w 21556"/>
                  <a:gd name="connsiteY5-282" fmla="*/ 5797 h 15760"/>
                  <a:gd name="connsiteX6-283" fmla="*/ 6171 w 21556"/>
                  <a:gd name="connsiteY6-284" fmla="*/ 7528 h 15760"/>
                  <a:gd name="connsiteX7-285" fmla="*/ 4141 w 21556"/>
                  <a:gd name="connsiteY7-286" fmla="*/ 10018 h 15760"/>
                  <a:gd name="connsiteX8-287" fmla="*/ 81 w 21556"/>
                  <a:gd name="connsiteY8-288" fmla="*/ 14999 h 15760"/>
                  <a:gd name="connsiteX9-289" fmla="*/ 81 w 21556"/>
                  <a:gd name="connsiteY9-290" fmla="*/ 15603 h 15760"/>
                  <a:gd name="connsiteX10-291" fmla="*/ 392 w 21556"/>
                  <a:gd name="connsiteY10-292" fmla="*/ 15752 h 15760"/>
                  <a:gd name="connsiteX11-293" fmla="*/ 12498 w 21556"/>
                  <a:gd name="connsiteY11-294" fmla="*/ 15752 h 15760"/>
                  <a:gd name="connsiteX12-295" fmla="*/ 13012 w 21556"/>
                  <a:gd name="connsiteY12-296" fmla="*/ 15657 h 15760"/>
                  <a:gd name="connsiteX13-297" fmla="*/ 13507 w 21556"/>
                  <a:gd name="connsiteY13-298" fmla="*/ 15298 h 15760"/>
                  <a:gd name="connsiteX14-299" fmla="*/ 13992 w 21556"/>
                  <a:gd name="connsiteY14-300" fmla="*/ 14803 h 15760"/>
                  <a:gd name="connsiteX15-301" fmla="*/ 17966 w 21556"/>
                  <a:gd name="connsiteY15-302" fmla="*/ 9899 h 15760"/>
                  <a:gd name="connsiteX16-303" fmla="*/ 19953 w 21556"/>
                  <a:gd name="connsiteY16-304" fmla="*/ 7447 h 15760"/>
                  <a:gd name="connsiteX17-305" fmla="*/ 20946 w 21556"/>
                  <a:gd name="connsiteY17-306" fmla="*/ 6221 h 15760"/>
                  <a:gd name="connsiteX18-307" fmla="*/ 21404 w 21556"/>
                  <a:gd name="connsiteY18-308" fmla="*/ 5632 h 15760"/>
                  <a:gd name="connsiteX19-309" fmla="*/ 21553 w 21556"/>
                  <a:gd name="connsiteY19-310" fmla="*/ 4894 h 15760"/>
                  <a:gd name="connsiteX20-311" fmla="*/ 21354 w 21556"/>
                  <a:gd name="connsiteY20-312" fmla="*/ 4276 h 15760"/>
                  <a:gd name="connsiteX21-313" fmla="*/ 20946 w 21556"/>
                  <a:gd name="connsiteY21-314" fmla="*/ 3766 h 15760"/>
                  <a:gd name="connsiteX22-315" fmla="*/ 19953 w 21556"/>
                  <a:gd name="connsiteY22-316" fmla="*/ 2536 h 15760"/>
                  <a:gd name="connsiteX23-317" fmla="*/ 17966 w 21556"/>
                  <a:gd name="connsiteY23-318" fmla="*/ 77 h 15760"/>
                  <a:gd name="connsiteX0-319" fmla="*/ 17966 w 21556"/>
                  <a:gd name="connsiteY0-320" fmla="*/ 0 h 15683"/>
                  <a:gd name="connsiteX1-321" fmla="*/ 6171 w 21556"/>
                  <a:gd name="connsiteY1-322" fmla="*/ 2442 h 15683"/>
                  <a:gd name="connsiteX2-323" fmla="*/ 7562 w 21556"/>
                  <a:gd name="connsiteY2-324" fmla="*/ 4070 h 15683"/>
                  <a:gd name="connsiteX3-325" fmla="*/ 7792 w 21556"/>
                  <a:gd name="connsiteY3-326" fmla="*/ 4675 h 15683"/>
                  <a:gd name="connsiteX4-327" fmla="*/ 7572 w 21556"/>
                  <a:gd name="connsiteY4-328" fmla="*/ 5720 h 15683"/>
                  <a:gd name="connsiteX5-329" fmla="*/ 6171 w 21556"/>
                  <a:gd name="connsiteY5-330" fmla="*/ 7451 h 15683"/>
                  <a:gd name="connsiteX6-331" fmla="*/ 4141 w 21556"/>
                  <a:gd name="connsiteY6-332" fmla="*/ 9941 h 15683"/>
                  <a:gd name="connsiteX7-333" fmla="*/ 81 w 21556"/>
                  <a:gd name="connsiteY7-334" fmla="*/ 14922 h 15683"/>
                  <a:gd name="connsiteX8-335" fmla="*/ 81 w 21556"/>
                  <a:gd name="connsiteY8-336" fmla="*/ 15526 h 15683"/>
                  <a:gd name="connsiteX9-337" fmla="*/ 392 w 21556"/>
                  <a:gd name="connsiteY9-338" fmla="*/ 15675 h 15683"/>
                  <a:gd name="connsiteX10-339" fmla="*/ 12498 w 21556"/>
                  <a:gd name="connsiteY10-340" fmla="*/ 15675 h 15683"/>
                  <a:gd name="connsiteX11-341" fmla="*/ 13012 w 21556"/>
                  <a:gd name="connsiteY11-342" fmla="*/ 15580 h 15683"/>
                  <a:gd name="connsiteX12-343" fmla="*/ 13507 w 21556"/>
                  <a:gd name="connsiteY12-344" fmla="*/ 15221 h 15683"/>
                  <a:gd name="connsiteX13-345" fmla="*/ 13992 w 21556"/>
                  <a:gd name="connsiteY13-346" fmla="*/ 14726 h 15683"/>
                  <a:gd name="connsiteX14-347" fmla="*/ 17966 w 21556"/>
                  <a:gd name="connsiteY14-348" fmla="*/ 9822 h 15683"/>
                  <a:gd name="connsiteX15-349" fmla="*/ 19953 w 21556"/>
                  <a:gd name="connsiteY15-350" fmla="*/ 7370 h 15683"/>
                  <a:gd name="connsiteX16-351" fmla="*/ 20946 w 21556"/>
                  <a:gd name="connsiteY16-352" fmla="*/ 6144 h 15683"/>
                  <a:gd name="connsiteX17-353" fmla="*/ 21404 w 21556"/>
                  <a:gd name="connsiteY17-354" fmla="*/ 5555 h 15683"/>
                  <a:gd name="connsiteX18-355" fmla="*/ 21553 w 21556"/>
                  <a:gd name="connsiteY18-356" fmla="*/ 4817 h 15683"/>
                  <a:gd name="connsiteX19-357" fmla="*/ 21354 w 21556"/>
                  <a:gd name="connsiteY19-358" fmla="*/ 4199 h 15683"/>
                  <a:gd name="connsiteX20-359" fmla="*/ 20946 w 21556"/>
                  <a:gd name="connsiteY20-360" fmla="*/ 3689 h 15683"/>
                  <a:gd name="connsiteX21-361" fmla="*/ 19953 w 21556"/>
                  <a:gd name="connsiteY21-362" fmla="*/ 2459 h 15683"/>
                  <a:gd name="connsiteX22-363" fmla="*/ 17966 w 21556"/>
                  <a:gd name="connsiteY22-364" fmla="*/ 0 h 15683"/>
                  <a:gd name="connsiteX0-365" fmla="*/ 17966 w 21556"/>
                  <a:gd name="connsiteY0-366" fmla="*/ 0 h 15683"/>
                  <a:gd name="connsiteX1-367" fmla="*/ 7562 w 21556"/>
                  <a:gd name="connsiteY1-368" fmla="*/ 4070 h 15683"/>
                  <a:gd name="connsiteX2-369" fmla="*/ 7792 w 21556"/>
                  <a:gd name="connsiteY2-370" fmla="*/ 4675 h 15683"/>
                  <a:gd name="connsiteX3-371" fmla="*/ 7572 w 21556"/>
                  <a:gd name="connsiteY3-372" fmla="*/ 5720 h 15683"/>
                  <a:gd name="connsiteX4-373" fmla="*/ 6171 w 21556"/>
                  <a:gd name="connsiteY4-374" fmla="*/ 7451 h 15683"/>
                  <a:gd name="connsiteX5-375" fmla="*/ 4141 w 21556"/>
                  <a:gd name="connsiteY5-376" fmla="*/ 9941 h 15683"/>
                  <a:gd name="connsiteX6-377" fmla="*/ 81 w 21556"/>
                  <a:gd name="connsiteY6-378" fmla="*/ 14922 h 15683"/>
                  <a:gd name="connsiteX7-379" fmla="*/ 81 w 21556"/>
                  <a:gd name="connsiteY7-380" fmla="*/ 15526 h 15683"/>
                  <a:gd name="connsiteX8-381" fmla="*/ 392 w 21556"/>
                  <a:gd name="connsiteY8-382" fmla="*/ 15675 h 15683"/>
                  <a:gd name="connsiteX9-383" fmla="*/ 12498 w 21556"/>
                  <a:gd name="connsiteY9-384" fmla="*/ 15675 h 15683"/>
                  <a:gd name="connsiteX10-385" fmla="*/ 13012 w 21556"/>
                  <a:gd name="connsiteY10-386" fmla="*/ 15580 h 15683"/>
                  <a:gd name="connsiteX11-387" fmla="*/ 13507 w 21556"/>
                  <a:gd name="connsiteY11-388" fmla="*/ 15221 h 15683"/>
                  <a:gd name="connsiteX12-389" fmla="*/ 13992 w 21556"/>
                  <a:gd name="connsiteY12-390" fmla="*/ 14726 h 15683"/>
                  <a:gd name="connsiteX13-391" fmla="*/ 17966 w 21556"/>
                  <a:gd name="connsiteY13-392" fmla="*/ 9822 h 15683"/>
                  <a:gd name="connsiteX14-393" fmla="*/ 19953 w 21556"/>
                  <a:gd name="connsiteY14-394" fmla="*/ 7370 h 15683"/>
                  <a:gd name="connsiteX15-395" fmla="*/ 20946 w 21556"/>
                  <a:gd name="connsiteY15-396" fmla="*/ 6144 h 15683"/>
                  <a:gd name="connsiteX16-397" fmla="*/ 21404 w 21556"/>
                  <a:gd name="connsiteY16-398" fmla="*/ 5555 h 15683"/>
                  <a:gd name="connsiteX17-399" fmla="*/ 21553 w 21556"/>
                  <a:gd name="connsiteY17-400" fmla="*/ 4817 h 15683"/>
                  <a:gd name="connsiteX18-401" fmla="*/ 21354 w 21556"/>
                  <a:gd name="connsiteY18-402" fmla="*/ 4199 h 15683"/>
                  <a:gd name="connsiteX19-403" fmla="*/ 20946 w 21556"/>
                  <a:gd name="connsiteY19-404" fmla="*/ 3689 h 15683"/>
                  <a:gd name="connsiteX20-405" fmla="*/ 19953 w 21556"/>
                  <a:gd name="connsiteY20-406" fmla="*/ 2459 h 15683"/>
                  <a:gd name="connsiteX21-407" fmla="*/ 17966 w 21556"/>
                  <a:gd name="connsiteY21-408" fmla="*/ 0 h 15683"/>
                  <a:gd name="connsiteX0-409" fmla="*/ 19953 w 21556"/>
                  <a:gd name="connsiteY0-410" fmla="*/ 0 h 13224"/>
                  <a:gd name="connsiteX1-411" fmla="*/ 7562 w 21556"/>
                  <a:gd name="connsiteY1-412" fmla="*/ 1611 h 13224"/>
                  <a:gd name="connsiteX2-413" fmla="*/ 7792 w 21556"/>
                  <a:gd name="connsiteY2-414" fmla="*/ 2216 h 13224"/>
                  <a:gd name="connsiteX3-415" fmla="*/ 7572 w 21556"/>
                  <a:gd name="connsiteY3-416" fmla="*/ 3261 h 13224"/>
                  <a:gd name="connsiteX4-417" fmla="*/ 6171 w 21556"/>
                  <a:gd name="connsiteY4-418" fmla="*/ 4992 h 13224"/>
                  <a:gd name="connsiteX5-419" fmla="*/ 4141 w 21556"/>
                  <a:gd name="connsiteY5-420" fmla="*/ 7482 h 13224"/>
                  <a:gd name="connsiteX6-421" fmla="*/ 81 w 21556"/>
                  <a:gd name="connsiteY6-422" fmla="*/ 12463 h 13224"/>
                  <a:gd name="connsiteX7-423" fmla="*/ 81 w 21556"/>
                  <a:gd name="connsiteY7-424" fmla="*/ 13067 h 13224"/>
                  <a:gd name="connsiteX8-425" fmla="*/ 392 w 21556"/>
                  <a:gd name="connsiteY8-426" fmla="*/ 13216 h 13224"/>
                  <a:gd name="connsiteX9-427" fmla="*/ 12498 w 21556"/>
                  <a:gd name="connsiteY9-428" fmla="*/ 13216 h 13224"/>
                  <a:gd name="connsiteX10-429" fmla="*/ 13012 w 21556"/>
                  <a:gd name="connsiteY10-430" fmla="*/ 13121 h 13224"/>
                  <a:gd name="connsiteX11-431" fmla="*/ 13507 w 21556"/>
                  <a:gd name="connsiteY11-432" fmla="*/ 12762 h 13224"/>
                  <a:gd name="connsiteX12-433" fmla="*/ 13992 w 21556"/>
                  <a:gd name="connsiteY12-434" fmla="*/ 12267 h 13224"/>
                  <a:gd name="connsiteX13-435" fmla="*/ 17966 w 21556"/>
                  <a:gd name="connsiteY13-436" fmla="*/ 7363 h 13224"/>
                  <a:gd name="connsiteX14-437" fmla="*/ 19953 w 21556"/>
                  <a:gd name="connsiteY14-438" fmla="*/ 4911 h 13224"/>
                  <a:gd name="connsiteX15-439" fmla="*/ 20946 w 21556"/>
                  <a:gd name="connsiteY15-440" fmla="*/ 3685 h 13224"/>
                  <a:gd name="connsiteX16-441" fmla="*/ 21404 w 21556"/>
                  <a:gd name="connsiteY16-442" fmla="*/ 3096 h 13224"/>
                  <a:gd name="connsiteX17-443" fmla="*/ 21553 w 21556"/>
                  <a:gd name="connsiteY17-444" fmla="*/ 2358 h 13224"/>
                  <a:gd name="connsiteX18-445" fmla="*/ 21354 w 21556"/>
                  <a:gd name="connsiteY18-446" fmla="*/ 1740 h 13224"/>
                  <a:gd name="connsiteX19-447" fmla="*/ 20946 w 21556"/>
                  <a:gd name="connsiteY19-448" fmla="*/ 1230 h 13224"/>
                  <a:gd name="connsiteX20-449" fmla="*/ 19953 w 21556"/>
                  <a:gd name="connsiteY20-450" fmla="*/ 0 h 13224"/>
                  <a:gd name="connsiteX0-451" fmla="*/ 19953 w 21556"/>
                  <a:gd name="connsiteY0-452" fmla="*/ 0 h 13224"/>
                  <a:gd name="connsiteX1-453" fmla="*/ 7562 w 21556"/>
                  <a:gd name="connsiteY1-454" fmla="*/ 1611 h 13224"/>
                  <a:gd name="connsiteX2-455" fmla="*/ 7792 w 21556"/>
                  <a:gd name="connsiteY2-456" fmla="*/ 2216 h 13224"/>
                  <a:gd name="connsiteX3-457" fmla="*/ 7613 w 21556"/>
                  <a:gd name="connsiteY3-458" fmla="*/ 1590 h 13224"/>
                  <a:gd name="connsiteX4-459" fmla="*/ 7572 w 21556"/>
                  <a:gd name="connsiteY4-460" fmla="*/ 3261 h 13224"/>
                  <a:gd name="connsiteX5-461" fmla="*/ 6171 w 21556"/>
                  <a:gd name="connsiteY5-462" fmla="*/ 4992 h 13224"/>
                  <a:gd name="connsiteX6-463" fmla="*/ 4141 w 21556"/>
                  <a:gd name="connsiteY6-464" fmla="*/ 7482 h 13224"/>
                  <a:gd name="connsiteX7-465" fmla="*/ 81 w 21556"/>
                  <a:gd name="connsiteY7-466" fmla="*/ 12463 h 13224"/>
                  <a:gd name="connsiteX8-467" fmla="*/ 81 w 21556"/>
                  <a:gd name="connsiteY8-468" fmla="*/ 13067 h 13224"/>
                  <a:gd name="connsiteX9-469" fmla="*/ 392 w 21556"/>
                  <a:gd name="connsiteY9-470" fmla="*/ 13216 h 13224"/>
                  <a:gd name="connsiteX10-471" fmla="*/ 12498 w 21556"/>
                  <a:gd name="connsiteY10-472" fmla="*/ 13216 h 13224"/>
                  <a:gd name="connsiteX11-473" fmla="*/ 13012 w 21556"/>
                  <a:gd name="connsiteY11-474" fmla="*/ 13121 h 13224"/>
                  <a:gd name="connsiteX12-475" fmla="*/ 13507 w 21556"/>
                  <a:gd name="connsiteY12-476" fmla="*/ 12762 h 13224"/>
                  <a:gd name="connsiteX13-477" fmla="*/ 13992 w 21556"/>
                  <a:gd name="connsiteY13-478" fmla="*/ 12267 h 13224"/>
                  <a:gd name="connsiteX14-479" fmla="*/ 17966 w 21556"/>
                  <a:gd name="connsiteY14-480" fmla="*/ 7363 h 13224"/>
                  <a:gd name="connsiteX15-481" fmla="*/ 19953 w 21556"/>
                  <a:gd name="connsiteY15-482" fmla="*/ 4911 h 13224"/>
                  <a:gd name="connsiteX16-483" fmla="*/ 20946 w 21556"/>
                  <a:gd name="connsiteY16-484" fmla="*/ 3685 h 13224"/>
                  <a:gd name="connsiteX17-485" fmla="*/ 21404 w 21556"/>
                  <a:gd name="connsiteY17-486" fmla="*/ 3096 h 13224"/>
                  <a:gd name="connsiteX18-487" fmla="*/ 21553 w 21556"/>
                  <a:gd name="connsiteY18-488" fmla="*/ 2358 h 13224"/>
                  <a:gd name="connsiteX19-489" fmla="*/ 21354 w 21556"/>
                  <a:gd name="connsiteY19-490" fmla="*/ 1740 h 13224"/>
                  <a:gd name="connsiteX20-491" fmla="*/ 20946 w 21556"/>
                  <a:gd name="connsiteY20-492" fmla="*/ 1230 h 13224"/>
                  <a:gd name="connsiteX21-493" fmla="*/ 19953 w 21556"/>
                  <a:gd name="connsiteY21-494" fmla="*/ 0 h 13224"/>
                  <a:gd name="connsiteX0-495" fmla="*/ 19953 w 21556"/>
                  <a:gd name="connsiteY0-496" fmla="*/ 0 h 13224"/>
                  <a:gd name="connsiteX1-497" fmla="*/ 7562 w 21556"/>
                  <a:gd name="connsiteY1-498" fmla="*/ 1611 h 13224"/>
                  <a:gd name="connsiteX2-499" fmla="*/ 7792 w 21556"/>
                  <a:gd name="connsiteY2-500" fmla="*/ 2216 h 13224"/>
                  <a:gd name="connsiteX3-501" fmla="*/ 7572 w 21556"/>
                  <a:gd name="connsiteY3-502" fmla="*/ 3261 h 13224"/>
                  <a:gd name="connsiteX4-503" fmla="*/ 6171 w 21556"/>
                  <a:gd name="connsiteY4-504" fmla="*/ 4992 h 13224"/>
                  <a:gd name="connsiteX5-505" fmla="*/ 4141 w 21556"/>
                  <a:gd name="connsiteY5-506" fmla="*/ 7482 h 13224"/>
                  <a:gd name="connsiteX6-507" fmla="*/ 81 w 21556"/>
                  <a:gd name="connsiteY6-508" fmla="*/ 12463 h 13224"/>
                  <a:gd name="connsiteX7-509" fmla="*/ 81 w 21556"/>
                  <a:gd name="connsiteY7-510" fmla="*/ 13067 h 13224"/>
                  <a:gd name="connsiteX8-511" fmla="*/ 392 w 21556"/>
                  <a:gd name="connsiteY8-512" fmla="*/ 13216 h 13224"/>
                  <a:gd name="connsiteX9-513" fmla="*/ 12498 w 21556"/>
                  <a:gd name="connsiteY9-514" fmla="*/ 13216 h 13224"/>
                  <a:gd name="connsiteX10-515" fmla="*/ 13012 w 21556"/>
                  <a:gd name="connsiteY10-516" fmla="*/ 13121 h 13224"/>
                  <a:gd name="connsiteX11-517" fmla="*/ 13507 w 21556"/>
                  <a:gd name="connsiteY11-518" fmla="*/ 12762 h 13224"/>
                  <a:gd name="connsiteX12-519" fmla="*/ 13992 w 21556"/>
                  <a:gd name="connsiteY12-520" fmla="*/ 12267 h 13224"/>
                  <a:gd name="connsiteX13-521" fmla="*/ 17966 w 21556"/>
                  <a:gd name="connsiteY13-522" fmla="*/ 7363 h 13224"/>
                  <a:gd name="connsiteX14-523" fmla="*/ 19953 w 21556"/>
                  <a:gd name="connsiteY14-524" fmla="*/ 4911 h 13224"/>
                  <a:gd name="connsiteX15-525" fmla="*/ 20946 w 21556"/>
                  <a:gd name="connsiteY15-526" fmla="*/ 3685 h 13224"/>
                  <a:gd name="connsiteX16-527" fmla="*/ 21404 w 21556"/>
                  <a:gd name="connsiteY16-528" fmla="*/ 3096 h 13224"/>
                  <a:gd name="connsiteX17-529" fmla="*/ 21553 w 21556"/>
                  <a:gd name="connsiteY17-530" fmla="*/ 2358 h 13224"/>
                  <a:gd name="connsiteX18-531" fmla="*/ 21354 w 21556"/>
                  <a:gd name="connsiteY18-532" fmla="*/ 1740 h 13224"/>
                  <a:gd name="connsiteX19-533" fmla="*/ 20946 w 21556"/>
                  <a:gd name="connsiteY19-534" fmla="*/ 1230 h 13224"/>
                  <a:gd name="connsiteX20-535" fmla="*/ 19953 w 21556"/>
                  <a:gd name="connsiteY20-536" fmla="*/ 0 h 13224"/>
                  <a:gd name="connsiteX0-537" fmla="*/ 19953 w 21556"/>
                  <a:gd name="connsiteY0-538" fmla="*/ 0 h 13224"/>
                  <a:gd name="connsiteX1-539" fmla="*/ 7792 w 21556"/>
                  <a:gd name="connsiteY1-540" fmla="*/ 2216 h 13224"/>
                  <a:gd name="connsiteX2-541" fmla="*/ 7572 w 21556"/>
                  <a:gd name="connsiteY2-542" fmla="*/ 3261 h 13224"/>
                  <a:gd name="connsiteX3-543" fmla="*/ 6171 w 21556"/>
                  <a:gd name="connsiteY3-544" fmla="*/ 4992 h 13224"/>
                  <a:gd name="connsiteX4-545" fmla="*/ 4141 w 21556"/>
                  <a:gd name="connsiteY4-546" fmla="*/ 7482 h 13224"/>
                  <a:gd name="connsiteX5-547" fmla="*/ 81 w 21556"/>
                  <a:gd name="connsiteY5-548" fmla="*/ 12463 h 13224"/>
                  <a:gd name="connsiteX6-549" fmla="*/ 81 w 21556"/>
                  <a:gd name="connsiteY6-550" fmla="*/ 13067 h 13224"/>
                  <a:gd name="connsiteX7-551" fmla="*/ 392 w 21556"/>
                  <a:gd name="connsiteY7-552" fmla="*/ 13216 h 13224"/>
                  <a:gd name="connsiteX8-553" fmla="*/ 12498 w 21556"/>
                  <a:gd name="connsiteY8-554" fmla="*/ 13216 h 13224"/>
                  <a:gd name="connsiteX9-555" fmla="*/ 13012 w 21556"/>
                  <a:gd name="connsiteY9-556" fmla="*/ 13121 h 13224"/>
                  <a:gd name="connsiteX10-557" fmla="*/ 13507 w 21556"/>
                  <a:gd name="connsiteY10-558" fmla="*/ 12762 h 13224"/>
                  <a:gd name="connsiteX11-559" fmla="*/ 13992 w 21556"/>
                  <a:gd name="connsiteY11-560" fmla="*/ 12267 h 13224"/>
                  <a:gd name="connsiteX12-561" fmla="*/ 17966 w 21556"/>
                  <a:gd name="connsiteY12-562" fmla="*/ 7363 h 13224"/>
                  <a:gd name="connsiteX13-563" fmla="*/ 19953 w 21556"/>
                  <a:gd name="connsiteY13-564" fmla="*/ 4911 h 13224"/>
                  <a:gd name="connsiteX14-565" fmla="*/ 20946 w 21556"/>
                  <a:gd name="connsiteY14-566" fmla="*/ 3685 h 13224"/>
                  <a:gd name="connsiteX15-567" fmla="*/ 21404 w 21556"/>
                  <a:gd name="connsiteY15-568" fmla="*/ 3096 h 13224"/>
                  <a:gd name="connsiteX16-569" fmla="*/ 21553 w 21556"/>
                  <a:gd name="connsiteY16-570" fmla="*/ 2358 h 13224"/>
                  <a:gd name="connsiteX17-571" fmla="*/ 21354 w 21556"/>
                  <a:gd name="connsiteY17-572" fmla="*/ 1740 h 13224"/>
                  <a:gd name="connsiteX18-573" fmla="*/ 20946 w 21556"/>
                  <a:gd name="connsiteY18-574" fmla="*/ 1230 h 13224"/>
                  <a:gd name="connsiteX19-575" fmla="*/ 19953 w 21556"/>
                  <a:gd name="connsiteY19-576" fmla="*/ 0 h 13224"/>
                  <a:gd name="connsiteX0-577" fmla="*/ 20946 w 21556"/>
                  <a:gd name="connsiteY0-578" fmla="*/ 0 h 11994"/>
                  <a:gd name="connsiteX1-579" fmla="*/ 7792 w 21556"/>
                  <a:gd name="connsiteY1-580" fmla="*/ 986 h 11994"/>
                  <a:gd name="connsiteX2-581" fmla="*/ 7572 w 21556"/>
                  <a:gd name="connsiteY2-582" fmla="*/ 2031 h 11994"/>
                  <a:gd name="connsiteX3-583" fmla="*/ 6171 w 21556"/>
                  <a:gd name="connsiteY3-584" fmla="*/ 3762 h 11994"/>
                  <a:gd name="connsiteX4-585" fmla="*/ 4141 w 21556"/>
                  <a:gd name="connsiteY4-586" fmla="*/ 6252 h 11994"/>
                  <a:gd name="connsiteX5-587" fmla="*/ 81 w 21556"/>
                  <a:gd name="connsiteY5-588" fmla="*/ 11233 h 11994"/>
                  <a:gd name="connsiteX6-589" fmla="*/ 81 w 21556"/>
                  <a:gd name="connsiteY6-590" fmla="*/ 11837 h 11994"/>
                  <a:gd name="connsiteX7-591" fmla="*/ 392 w 21556"/>
                  <a:gd name="connsiteY7-592" fmla="*/ 11986 h 11994"/>
                  <a:gd name="connsiteX8-593" fmla="*/ 12498 w 21556"/>
                  <a:gd name="connsiteY8-594" fmla="*/ 11986 h 11994"/>
                  <a:gd name="connsiteX9-595" fmla="*/ 13012 w 21556"/>
                  <a:gd name="connsiteY9-596" fmla="*/ 11891 h 11994"/>
                  <a:gd name="connsiteX10-597" fmla="*/ 13507 w 21556"/>
                  <a:gd name="connsiteY10-598" fmla="*/ 11532 h 11994"/>
                  <a:gd name="connsiteX11-599" fmla="*/ 13992 w 21556"/>
                  <a:gd name="connsiteY11-600" fmla="*/ 11037 h 11994"/>
                  <a:gd name="connsiteX12-601" fmla="*/ 17966 w 21556"/>
                  <a:gd name="connsiteY12-602" fmla="*/ 6133 h 11994"/>
                  <a:gd name="connsiteX13-603" fmla="*/ 19953 w 21556"/>
                  <a:gd name="connsiteY13-604" fmla="*/ 3681 h 11994"/>
                  <a:gd name="connsiteX14-605" fmla="*/ 20946 w 21556"/>
                  <a:gd name="connsiteY14-606" fmla="*/ 2455 h 11994"/>
                  <a:gd name="connsiteX15-607" fmla="*/ 21404 w 21556"/>
                  <a:gd name="connsiteY15-608" fmla="*/ 1866 h 11994"/>
                  <a:gd name="connsiteX16-609" fmla="*/ 21553 w 21556"/>
                  <a:gd name="connsiteY16-610" fmla="*/ 1128 h 11994"/>
                  <a:gd name="connsiteX17-611" fmla="*/ 21354 w 21556"/>
                  <a:gd name="connsiteY17-612" fmla="*/ 510 h 11994"/>
                  <a:gd name="connsiteX18-613" fmla="*/ 20946 w 21556"/>
                  <a:gd name="connsiteY18-614" fmla="*/ 0 h 11994"/>
                  <a:gd name="connsiteX0-615" fmla="*/ 21354 w 21556"/>
                  <a:gd name="connsiteY0-616" fmla="*/ 0 h 11484"/>
                  <a:gd name="connsiteX1-617" fmla="*/ 7792 w 21556"/>
                  <a:gd name="connsiteY1-618" fmla="*/ 476 h 11484"/>
                  <a:gd name="connsiteX2-619" fmla="*/ 7572 w 21556"/>
                  <a:gd name="connsiteY2-620" fmla="*/ 1521 h 11484"/>
                  <a:gd name="connsiteX3-621" fmla="*/ 6171 w 21556"/>
                  <a:gd name="connsiteY3-622" fmla="*/ 3252 h 11484"/>
                  <a:gd name="connsiteX4-623" fmla="*/ 4141 w 21556"/>
                  <a:gd name="connsiteY4-624" fmla="*/ 5742 h 11484"/>
                  <a:gd name="connsiteX5-625" fmla="*/ 81 w 21556"/>
                  <a:gd name="connsiteY5-626" fmla="*/ 10723 h 11484"/>
                  <a:gd name="connsiteX6-627" fmla="*/ 81 w 21556"/>
                  <a:gd name="connsiteY6-628" fmla="*/ 11327 h 11484"/>
                  <a:gd name="connsiteX7-629" fmla="*/ 392 w 21556"/>
                  <a:gd name="connsiteY7-630" fmla="*/ 11476 h 11484"/>
                  <a:gd name="connsiteX8-631" fmla="*/ 12498 w 21556"/>
                  <a:gd name="connsiteY8-632" fmla="*/ 11476 h 11484"/>
                  <a:gd name="connsiteX9-633" fmla="*/ 13012 w 21556"/>
                  <a:gd name="connsiteY9-634" fmla="*/ 11381 h 11484"/>
                  <a:gd name="connsiteX10-635" fmla="*/ 13507 w 21556"/>
                  <a:gd name="connsiteY10-636" fmla="*/ 11022 h 11484"/>
                  <a:gd name="connsiteX11-637" fmla="*/ 13992 w 21556"/>
                  <a:gd name="connsiteY11-638" fmla="*/ 10527 h 11484"/>
                  <a:gd name="connsiteX12-639" fmla="*/ 17966 w 21556"/>
                  <a:gd name="connsiteY12-640" fmla="*/ 5623 h 11484"/>
                  <a:gd name="connsiteX13-641" fmla="*/ 19953 w 21556"/>
                  <a:gd name="connsiteY13-642" fmla="*/ 3171 h 11484"/>
                  <a:gd name="connsiteX14-643" fmla="*/ 20946 w 21556"/>
                  <a:gd name="connsiteY14-644" fmla="*/ 1945 h 11484"/>
                  <a:gd name="connsiteX15-645" fmla="*/ 21404 w 21556"/>
                  <a:gd name="connsiteY15-646" fmla="*/ 1356 h 11484"/>
                  <a:gd name="connsiteX16-647" fmla="*/ 21553 w 21556"/>
                  <a:gd name="connsiteY16-648" fmla="*/ 618 h 11484"/>
                  <a:gd name="connsiteX17-649" fmla="*/ 21354 w 21556"/>
                  <a:gd name="connsiteY17-650" fmla="*/ 0 h 11484"/>
                  <a:gd name="connsiteX0-651" fmla="*/ 21553 w 21556"/>
                  <a:gd name="connsiteY0-652" fmla="*/ 206 h 11072"/>
                  <a:gd name="connsiteX1-653" fmla="*/ 7792 w 21556"/>
                  <a:gd name="connsiteY1-654" fmla="*/ 64 h 11072"/>
                  <a:gd name="connsiteX2-655" fmla="*/ 7572 w 21556"/>
                  <a:gd name="connsiteY2-656" fmla="*/ 1109 h 11072"/>
                  <a:gd name="connsiteX3-657" fmla="*/ 6171 w 21556"/>
                  <a:gd name="connsiteY3-658" fmla="*/ 2840 h 11072"/>
                  <a:gd name="connsiteX4-659" fmla="*/ 4141 w 21556"/>
                  <a:gd name="connsiteY4-660" fmla="*/ 5330 h 11072"/>
                  <a:gd name="connsiteX5-661" fmla="*/ 81 w 21556"/>
                  <a:gd name="connsiteY5-662" fmla="*/ 10311 h 11072"/>
                  <a:gd name="connsiteX6-663" fmla="*/ 81 w 21556"/>
                  <a:gd name="connsiteY6-664" fmla="*/ 10915 h 11072"/>
                  <a:gd name="connsiteX7-665" fmla="*/ 392 w 21556"/>
                  <a:gd name="connsiteY7-666" fmla="*/ 11064 h 11072"/>
                  <a:gd name="connsiteX8-667" fmla="*/ 12498 w 21556"/>
                  <a:gd name="connsiteY8-668" fmla="*/ 11064 h 11072"/>
                  <a:gd name="connsiteX9-669" fmla="*/ 13012 w 21556"/>
                  <a:gd name="connsiteY9-670" fmla="*/ 10969 h 11072"/>
                  <a:gd name="connsiteX10-671" fmla="*/ 13507 w 21556"/>
                  <a:gd name="connsiteY10-672" fmla="*/ 10610 h 11072"/>
                  <a:gd name="connsiteX11-673" fmla="*/ 13992 w 21556"/>
                  <a:gd name="connsiteY11-674" fmla="*/ 10115 h 11072"/>
                  <a:gd name="connsiteX12-675" fmla="*/ 17966 w 21556"/>
                  <a:gd name="connsiteY12-676" fmla="*/ 5211 h 11072"/>
                  <a:gd name="connsiteX13-677" fmla="*/ 19953 w 21556"/>
                  <a:gd name="connsiteY13-678" fmla="*/ 2759 h 11072"/>
                  <a:gd name="connsiteX14-679" fmla="*/ 20946 w 21556"/>
                  <a:gd name="connsiteY14-680" fmla="*/ 1533 h 11072"/>
                  <a:gd name="connsiteX15-681" fmla="*/ 21404 w 21556"/>
                  <a:gd name="connsiteY15-682" fmla="*/ 944 h 11072"/>
                  <a:gd name="connsiteX16-683" fmla="*/ 21553 w 21556"/>
                  <a:gd name="connsiteY16-684" fmla="*/ 206 h 110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sp>
            <p:nvSpPr>
              <p:cNvPr id="33" name="iš1ídê"/>
              <p:cNvSpPr/>
              <p:nvPr>
                <p:custDataLst>
                  <p:tags r:id="rId22"/>
                </p:custDataLst>
              </p:nvPr>
            </p:nvSpPr>
            <p:spPr bwMode="auto">
              <a:xfrm flipV="1">
                <a:off x="3692188" y="1747497"/>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1" fmla="*/ 12498 w 21556"/>
                  <a:gd name="connsiteY0-2" fmla="*/ 3 h 21546"/>
                  <a:gd name="connsiteX1-3" fmla="*/ 81 w 21556"/>
                  <a:gd name="connsiteY1-4" fmla="*/ 749 h 21546"/>
                  <a:gd name="connsiteX2-5" fmla="*/ 4141 w 21556"/>
                  <a:gd name="connsiteY2-6" fmla="*/ 5786 h 21546"/>
                  <a:gd name="connsiteX3-7" fmla="*/ 6171 w 21556"/>
                  <a:gd name="connsiteY3-8" fmla="*/ 8305 h 21546"/>
                  <a:gd name="connsiteX4-9" fmla="*/ 7562 w 21556"/>
                  <a:gd name="connsiteY4-10" fmla="*/ 9933 h 21546"/>
                  <a:gd name="connsiteX5-11" fmla="*/ 7792 w 21556"/>
                  <a:gd name="connsiteY5-12" fmla="*/ 10538 h 21546"/>
                  <a:gd name="connsiteX6-13" fmla="*/ 7572 w 21556"/>
                  <a:gd name="connsiteY6-14" fmla="*/ 11583 h 21546"/>
                  <a:gd name="connsiteX7-15" fmla="*/ 6171 w 21556"/>
                  <a:gd name="connsiteY7-16" fmla="*/ 13314 h 21546"/>
                  <a:gd name="connsiteX8-17" fmla="*/ 4141 w 21556"/>
                  <a:gd name="connsiteY8-18" fmla="*/ 15804 h 21546"/>
                  <a:gd name="connsiteX9-19" fmla="*/ 81 w 21556"/>
                  <a:gd name="connsiteY9-20" fmla="*/ 20785 h 21546"/>
                  <a:gd name="connsiteX10-21" fmla="*/ 81 w 21556"/>
                  <a:gd name="connsiteY10-22" fmla="*/ 21389 h 21546"/>
                  <a:gd name="connsiteX11-23" fmla="*/ 392 w 21556"/>
                  <a:gd name="connsiteY11-24" fmla="*/ 21538 h 21546"/>
                  <a:gd name="connsiteX12-25" fmla="*/ 12498 w 21556"/>
                  <a:gd name="connsiteY12-26" fmla="*/ 21538 h 21546"/>
                  <a:gd name="connsiteX13-27" fmla="*/ 13012 w 21556"/>
                  <a:gd name="connsiteY13-28" fmla="*/ 21443 h 21546"/>
                  <a:gd name="connsiteX14-29" fmla="*/ 13507 w 21556"/>
                  <a:gd name="connsiteY14-30" fmla="*/ 21084 h 21546"/>
                  <a:gd name="connsiteX15-31" fmla="*/ 13992 w 21556"/>
                  <a:gd name="connsiteY15-32" fmla="*/ 20589 h 21546"/>
                  <a:gd name="connsiteX16-33" fmla="*/ 17966 w 21556"/>
                  <a:gd name="connsiteY16-34" fmla="*/ 15685 h 21546"/>
                  <a:gd name="connsiteX17-35" fmla="*/ 19953 w 21556"/>
                  <a:gd name="connsiteY17-36" fmla="*/ 13233 h 21546"/>
                  <a:gd name="connsiteX18-37" fmla="*/ 20946 w 21556"/>
                  <a:gd name="connsiteY18-38" fmla="*/ 12007 h 21546"/>
                  <a:gd name="connsiteX19-39" fmla="*/ 21404 w 21556"/>
                  <a:gd name="connsiteY19-40" fmla="*/ 11418 h 21546"/>
                  <a:gd name="connsiteX20-41" fmla="*/ 21553 w 21556"/>
                  <a:gd name="connsiteY20-42" fmla="*/ 10680 h 21546"/>
                  <a:gd name="connsiteX21-43" fmla="*/ 21354 w 21556"/>
                  <a:gd name="connsiteY21-44" fmla="*/ 10062 h 21546"/>
                  <a:gd name="connsiteX22-45" fmla="*/ 20946 w 21556"/>
                  <a:gd name="connsiteY22-46" fmla="*/ 9552 h 21546"/>
                  <a:gd name="connsiteX23-47" fmla="*/ 19953 w 21556"/>
                  <a:gd name="connsiteY23-48" fmla="*/ 8322 h 21546"/>
                  <a:gd name="connsiteX24-49" fmla="*/ 17966 w 21556"/>
                  <a:gd name="connsiteY24-50" fmla="*/ 5863 h 21546"/>
                  <a:gd name="connsiteX25-51" fmla="*/ 13992 w 21556"/>
                  <a:gd name="connsiteY25-52" fmla="*/ 945 h 21546"/>
                  <a:gd name="connsiteX26-53" fmla="*/ 13507 w 21556"/>
                  <a:gd name="connsiteY26-54" fmla="*/ 457 h 21546"/>
                  <a:gd name="connsiteX27-55" fmla="*/ 13012 w 21556"/>
                  <a:gd name="connsiteY27-56" fmla="*/ 98 h 21546"/>
                  <a:gd name="connsiteX28-57" fmla="*/ 12498 w 21556"/>
                  <a:gd name="connsiteY28-58" fmla="*/ 3 h 21546"/>
                  <a:gd name="connsiteX0-59" fmla="*/ 12498 w 21556"/>
                  <a:gd name="connsiteY0-60" fmla="*/ 3 h 21546"/>
                  <a:gd name="connsiteX1-61" fmla="*/ 4141 w 21556"/>
                  <a:gd name="connsiteY1-62" fmla="*/ 5786 h 21546"/>
                  <a:gd name="connsiteX2-63" fmla="*/ 6171 w 21556"/>
                  <a:gd name="connsiteY2-64" fmla="*/ 8305 h 21546"/>
                  <a:gd name="connsiteX3-65" fmla="*/ 7562 w 21556"/>
                  <a:gd name="connsiteY3-66" fmla="*/ 9933 h 21546"/>
                  <a:gd name="connsiteX4-67" fmla="*/ 7792 w 21556"/>
                  <a:gd name="connsiteY4-68" fmla="*/ 10538 h 21546"/>
                  <a:gd name="connsiteX5-69" fmla="*/ 7572 w 21556"/>
                  <a:gd name="connsiteY5-70" fmla="*/ 11583 h 21546"/>
                  <a:gd name="connsiteX6-71" fmla="*/ 6171 w 21556"/>
                  <a:gd name="connsiteY6-72" fmla="*/ 13314 h 21546"/>
                  <a:gd name="connsiteX7-73" fmla="*/ 4141 w 21556"/>
                  <a:gd name="connsiteY7-74" fmla="*/ 15804 h 21546"/>
                  <a:gd name="connsiteX8-75" fmla="*/ 81 w 21556"/>
                  <a:gd name="connsiteY8-76" fmla="*/ 20785 h 21546"/>
                  <a:gd name="connsiteX9-77" fmla="*/ 81 w 21556"/>
                  <a:gd name="connsiteY9-78" fmla="*/ 21389 h 21546"/>
                  <a:gd name="connsiteX10-79" fmla="*/ 392 w 21556"/>
                  <a:gd name="connsiteY10-80" fmla="*/ 21538 h 21546"/>
                  <a:gd name="connsiteX11-81" fmla="*/ 12498 w 21556"/>
                  <a:gd name="connsiteY11-82" fmla="*/ 21538 h 21546"/>
                  <a:gd name="connsiteX12-83" fmla="*/ 13012 w 21556"/>
                  <a:gd name="connsiteY12-84" fmla="*/ 21443 h 21546"/>
                  <a:gd name="connsiteX13-85" fmla="*/ 13507 w 21556"/>
                  <a:gd name="connsiteY13-86" fmla="*/ 21084 h 21546"/>
                  <a:gd name="connsiteX14-87" fmla="*/ 13992 w 21556"/>
                  <a:gd name="connsiteY14-88" fmla="*/ 20589 h 21546"/>
                  <a:gd name="connsiteX15-89" fmla="*/ 17966 w 21556"/>
                  <a:gd name="connsiteY15-90" fmla="*/ 15685 h 21546"/>
                  <a:gd name="connsiteX16-91" fmla="*/ 19953 w 21556"/>
                  <a:gd name="connsiteY16-92" fmla="*/ 13233 h 21546"/>
                  <a:gd name="connsiteX17-93" fmla="*/ 20946 w 21556"/>
                  <a:gd name="connsiteY17-94" fmla="*/ 12007 h 21546"/>
                  <a:gd name="connsiteX18-95" fmla="*/ 21404 w 21556"/>
                  <a:gd name="connsiteY18-96" fmla="*/ 11418 h 21546"/>
                  <a:gd name="connsiteX19-97" fmla="*/ 21553 w 21556"/>
                  <a:gd name="connsiteY19-98" fmla="*/ 10680 h 21546"/>
                  <a:gd name="connsiteX20-99" fmla="*/ 21354 w 21556"/>
                  <a:gd name="connsiteY20-100" fmla="*/ 10062 h 21546"/>
                  <a:gd name="connsiteX21-101" fmla="*/ 20946 w 21556"/>
                  <a:gd name="connsiteY21-102" fmla="*/ 9552 h 21546"/>
                  <a:gd name="connsiteX22-103" fmla="*/ 19953 w 21556"/>
                  <a:gd name="connsiteY22-104" fmla="*/ 8322 h 21546"/>
                  <a:gd name="connsiteX23-105" fmla="*/ 17966 w 21556"/>
                  <a:gd name="connsiteY23-106" fmla="*/ 5863 h 21546"/>
                  <a:gd name="connsiteX24-107" fmla="*/ 13992 w 21556"/>
                  <a:gd name="connsiteY24-108" fmla="*/ 945 h 21546"/>
                  <a:gd name="connsiteX25-109" fmla="*/ 13507 w 21556"/>
                  <a:gd name="connsiteY25-110" fmla="*/ 457 h 21546"/>
                  <a:gd name="connsiteX26-111" fmla="*/ 13012 w 21556"/>
                  <a:gd name="connsiteY26-112" fmla="*/ 98 h 21546"/>
                  <a:gd name="connsiteX27-113" fmla="*/ 12498 w 21556"/>
                  <a:gd name="connsiteY27-114" fmla="*/ 3 h 21546"/>
                  <a:gd name="connsiteX0-115" fmla="*/ 13012 w 21556"/>
                  <a:gd name="connsiteY0-116" fmla="*/ 0 h 21448"/>
                  <a:gd name="connsiteX1-117" fmla="*/ 4141 w 21556"/>
                  <a:gd name="connsiteY1-118" fmla="*/ 5688 h 21448"/>
                  <a:gd name="connsiteX2-119" fmla="*/ 6171 w 21556"/>
                  <a:gd name="connsiteY2-120" fmla="*/ 8207 h 21448"/>
                  <a:gd name="connsiteX3-121" fmla="*/ 7562 w 21556"/>
                  <a:gd name="connsiteY3-122" fmla="*/ 9835 h 21448"/>
                  <a:gd name="connsiteX4-123" fmla="*/ 7792 w 21556"/>
                  <a:gd name="connsiteY4-124" fmla="*/ 10440 h 21448"/>
                  <a:gd name="connsiteX5-125" fmla="*/ 7572 w 21556"/>
                  <a:gd name="connsiteY5-126" fmla="*/ 11485 h 21448"/>
                  <a:gd name="connsiteX6-127" fmla="*/ 6171 w 21556"/>
                  <a:gd name="connsiteY6-128" fmla="*/ 13216 h 21448"/>
                  <a:gd name="connsiteX7-129" fmla="*/ 4141 w 21556"/>
                  <a:gd name="connsiteY7-130" fmla="*/ 15706 h 21448"/>
                  <a:gd name="connsiteX8-131" fmla="*/ 81 w 21556"/>
                  <a:gd name="connsiteY8-132" fmla="*/ 20687 h 21448"/>
                  <a:gd name="connsiteX9-133" fmla="*/ 81 w 21556"/>
                  <a:gd name="connsiteY9-134" fmla="*/ 21291 h 21448"/>
                  <a:gd name="connsiteX10-135" fmla="*/ 392 w 21556"/>
                  <a:gd name="connsiteY10-136" fmla="*/ 21440 h 21448"/>
                  <a:gd name="connsiteX11-137" fmla="*/ 12498 w 21556"/>
                  <a:gd name="connsiteY11-138" fmla="*/ 21440 h 21448"/>
                  <a:gd name="connsiteX12-139" fmla="*/ 13012 w 21556"/>
                  <a:gd name="connsiteY12-140" fmla="*/ 21345 h 21448"/>
                  <a:gd name="connsiteX13-141" fmla="*/ 13507 w 21556"/>
                  <a:gd name="connsiteY13-142" fmla="*/ 20986 h 21448"/>
                  <a:gd name="connsiteX14-143" fmla="*/ 13992 w 21556"/>
                  <a:gd name="connsiteY14-144" fmla="*/ 20491 h 21448"/>
                  <a:gd name="connsiteX15-145" fmla="*/ 17966 w 21556"/>
                  <a:gd name="connsiteY15-146" fmla="*/ 15587 h 21448"/>
                  <a:gd name="connsiteX16-147" fmla="*/ 19953 w 21556"/>
                  <a:gd name="connsiteY16-148" fmla="*/ 13135 h 21448"/>
                  <a:gd name="connsiteX17-149" fmla="*/ 20946 w 21556"/>
                  <a:gd name="connsiteY17-150" fmla="*/ 11909 h 21448"/>
                  <a:gd name="connsiteX18-151" fmla="*/ 21404 w 21556"/>
                  <a:gd name="connsiteY18-152" fmla="*/ 11320 h 21448"/>
                  <a:gd name="connsiteX19-153" fmla="*/ 21553 w 21556"/>
                  <a:gd name="connsiteY19-154" fmla="*/ 10582 h 21448"/>
                  <a:gd name="connsiteX20-155" fmla="*/ 21354 w 21556"/>
                  <a:gd name="connsiteY20-156" fmla="*/ 9964 h 21448"/>
                  <a:gd name="connsiteX21-157" fmla="*/ 20946 w 21556"/>
                  <a:gd name="connsiteY21-158" fmla="*/ 9454 h 21448"/>
                  <a:gd name="connsiteX22-159" fmla="*/ 19953 w 21556"/>
                  <a:gd name="connsiteY22-160" fmla="*/ 8224 h 21448"/>
                  <a:gd name="connsiteX23-161" fmla="*/ 17966 w 21556"/>
                  <a:gd name="connsiteY23-162" fmla="*/ 5765 h 21448"/>
                  <a:gd name="connsiteX24-163" fmla="*/ 13992 w 21556"/>
                  <a:gd name="connsiteY24-164" fmla="*/ 847 h 21448"/>
                  <a:gd name="connsiteX25-165" fmla="*/ 13507 w 21556"/>
                  <a:gd name="connsiteY25-166" fmla="*/ 359 h 21448"/>
                  <a:gd name="connsiteX26-167" fmla="*/ 13012 w 21556"/>
                  <a:gd name="connsiteY26-168" fmla="*/ 0 h 21448"/>
                  <a:gd name="connsiteX0-169" fmla="*/ 13507 w 21556"/>
                  <a:gd name="connsiteY0-170" fmla="*/ 289 h 21378"/>
                  <a:gd name="connsiteX1-171" fmla="*/ 4141 w 21556"/>
                  <a:gd name="connsiteY1-172" fmla="*/ 5618 h 21378"/>
                  <a:gd name="connsiteX2-173" fmla="*/ 6171 w 21556"/>
                  <a:gd name="connsiteY2-174" fmla="*/ 8137 h 21378"/>
                  <a:gd name="connsiteX3-175" fmla="*/ 7562 w 21556"/>
                  <a:gd name="connsiteY3-176" fmla="*/ 9765 h 21378"/>
                  <a:gd name="connsiteX4-177" fmla="*/ 7792 w 21556"/>
                  <a:gd name="connsiteY4-178" fmla="*/ 10370 h 21378"/>
                  <a:gd name="connsiteX5-179" fmla="*/ 7572 w 21556"/>
                  <a:gd name="connsiteY5-180" fmla="*/ 11415 h 21378"/>
                  <a:gd name="connsiteX6-181" fmla="*/ 6171 w 21556"/>
                  <a:gd name="connsiteY6-182" fmla="*/ 13146 h 21378"/>
                  <a:gd name="connsiteX7-183" fmla="*/ 4141 w 21556"/>
                  <a:gd name="connsiteY7-184" fmla="*/ 15636 h 21378"/>
                  <a:gd name="connsiteX8-185" fmla="*/ 81 w 21556"/>
                  <a:gd name="connsiteY8-186" fmla="*/ 20617 h 21378"/>
                  <a:gd name="connsiteX9-187" fmla="*/ 81 w 21556"/>
                  <a:gd name="connsiteY9-188" fmla="*/ 21221 h 21378"/>
                  <a:gd name="connsiteX10-189" fmla="*/ 392 w 21556"/>
                  <a:gd name="connsiteY10-190" fmla="*/ 21370 h 21378"/>
                  <a:gd name="connsiteX11-191" fmla="*/ 12498 w 21556"/>
                  <a:gd name="connsiteY11-192" fmla="*/ 21370 h 21378"/>
                  <a:gd name="connsiteX12-193" fmla="*/ 13012 w 21556"/>
                  <a:gd name="connsiteY12-194" fmla="*/ 21275 h 21378"/>
                  <a:gd name="connsiteX13-195" fmla="*/ 13507 w 21556"/>
                  <a:gd name="connsiteY13-196" fmla="*/ 20916 h 21378"/>
                  <a:gd name="connsiteX14-197" fmla="*/ 13992 w 21556"/>
                  <a:gd name="connsiteY14-198" fmla="*/ 20421 h 21378"/>
                  <a:gd name="connsiteX15-199" fmla="*/ 17966 w 21556"/>
                  <a:gd name="connsiteY15-200" fmla="*/ 15517 h 21378"/>
                  <a:gd name="connsiteX16-201" fmla="*/ 19953 w 21556"/>
                  <a:gd name="connsiteY16-202" fmla="*/ 13065 h 21378"/>
                  <a:gd name="connsiteX17-203" fmla="*/ 20946 w 21556"/>
                  <a:gd name="connsiteY17-204" fmla="*/ 11839 h 21378"/>
                  <a:gd name="connsiteX18-205" fmla="*/ 21404 w 21556"/>
                  <a:gd name="connsiteY18-206" fmla="*/ 11250 h 21378"/>
                  <a:gd name="connsiteX19-207" fmla="*/ 21553 w 21556"/>
                  <a:gd name="connsiteY19-208" fmla="*/ 10512 h 21378"/>
                  <a:gd name="connsiteX20-209" fmla="*/ 21354 w 21556"/>
                  <a:gd name="connsiteY20-210" fmla="*/ 9894 h 21378"/>
                  <a:gd name="connsiteX21-211" fmla="*/ 20946 w 21556"/>
                  <a:gd name="connsiteY21-212" fmla="*/ 9384 h 21378"/>
                  <a:gd name="connsiteX22-213" fmla="*/ 19953 w 21556"/>
                  <a:gd name="connsiteY22-214" fmla="*/ 8154 h 21378"/>
                  <a:gd name="connsiteX23-215" fmla="*/ 17966 w 21556"/>
                  <a:gd name="connsiteY23-216" fmla="*/ 5695 h 21378"/>
                  <a:gd name="connsiteX24-217" fmla="*/ 13992 w 21556"/>
                  <a:gd name="connsiteY24-218" fmla="*/ 777 h 21378"/>
                  <a:gd name="connsiteX25-219" fmla="*/ 13507 w 21556"/>
                  <a:gd name="connsiteY25-220" fmla="*/ 289 h 21378"/>
                  <a:gd name="connsiteX0-221" fmla="*/ 13992 w 21556"/>
                  <a:gd name="connsiteY0-222" fmla="*/ 1 h 20602"/>
                  <a:gd name="connsiteX1-223" fmla="*/ 4141 w 21556"/>
                  <a:gd name="connsiteY1-224" fmla="*/ 4842 h 20602"/>
                  <a:gd name="connsiteX2-225" fmla="*/ 6171 w 21556"/>
                  <a:gd name="connsiteY2-226" fmla="*/ 7361 h 20602"/>
                  <a:gd name="connsiteX3-227" fmla="*/ 7562 w 21556"/>
                  <a:gd name="connsiteY3-228" fmla="*/ 8989 h 20602"/>
                  <a:gd name="connsiteX4-229" fmla="*/ 7792 w 21556"/>
                  <a:gd name="connsiteY4-230" fmla="*/ 9594 h 20602"/>
                  <a:gd name="connsiteX5-231" fmla="*/ 7572 w 21556"/>
                  <a:gd name="connsiteY5-232" fmla="*/ 10639 h 20602"/>
                  <a:gd name="connsiteX6-233" fmla="*/ 6171 w 21556"/>
                  <a:gd name="connsiteY6-234" fmla="*/ 12370 h 20602"/>
                  <a:gd name="connsiteX7-235" fmla="*/ 4141 w 21556"/>
                  <a:gd name="connsiteY7-236" fmla="*/ 14860 h 20602"/>
                  <a:gd name="connsiteX8-237" fmla="*/ 81 w 21556"/>
                  <a:gd name="connsiteY8-238" fmla="*/ 19841 h 20602"/>
                  <a:gd name="connsiteX9-239" fmla="*/ 81 w 21556"/>
                  <a:gd name="connsiteY9-240" fmla="*/ 20445 h 20602"/>
                  <a:gd name="connsiteX10-241" fmla="*/ 392 w 21556"/>
                  <a:gd name="connsiteY10-242" fmla="*/ 20594 h 20602"/>
                  <a:gd name="connsiteX11-243" fmla="*/ 12498 w 21556"/>
                  <a:gd name="connsiteY11-244" fmla="*/ 20594 h 20602"/>
                  <a:gd name="connsiteX12-245" fmla="*/ 13012 w 21556"/>
                  <a:gd name="connsiteY12-246" fmla="*/ 20499 h 20602"/>
                  <a:gd name="connsiteX13-247" fmla="*/ 13507 w 21556"/>
                  <a:gd name="connsiteY13-248" fmla="*/ 20140 h 20602"/>
                  <a:gd name="connsiteX14-249" fmla="*/ 13992 w 21556"/>
                  <a:gd name="connsiteY14-250" fmla="*/ 19645 h 20602"/>
                  <a:gd name="connsiteX15-251" fmla="*/ 17966 w 21556"/>
                  <a:gd name="connsiteY15-252" fmla="*/ 14741 h 20602"/>
                  <a:gd name="connsiteX16-253" fmla="*/ 19953 w 21556"/>
                  <a:gd name="connsiteY16-254" fmla="*/ 12289 h 20602"/>
                  <a:gd name="connsiteX17-255" fmla="*/ 20946 w 21556"/>
                  <a:gd name="connsiteY17-256" fmla="*/ 11063 h 20602"/>
                  <a:gd name="connsiteX18-257" fmla="*/ 21404 w 21556"/>
                  <a:gd name="connsiteY18-258" fmla="*/ 10474 h 20602"/>
                  <a:gd name="connsiteX19-259" fmla="*/ 21553 w 21556"/>
                  <a:gd name="connsiteY19-260" fmla="*/ 9736 h 20602"/>
                  <a:gd name="connsiteX20-261" fmla="*/ 21354 w 21556"/>
                  <a:gd name="connsiteY20-262" fmla="*/ 9118 h 20602"/>
                  <a:gd name="connsiteX21-263" fmla="*/ 20946 w 21556"/>
                  <a:gd name="connsiteY21-264" fmla="*/ 8608 h 20602"/>
                  <a:gd name="connsiteX22-265" fmla="*/ 19953 w 21556"/>
                  <a:gd name="connsiteY22-266" fmla="*/ 7378 h 20602"/>
                  <a:gd name="connsiteX23-267" fmla="*/ 17966 w 21556"/>
                  <a:gd name="connsiteY23-268" fmla="*/ 4919 h 20602"/>
                  <a:gd name="connsiteX24-269" fmla="*/ 13992 w 21556"/>
                  <a:gd name="connsiteY24-270" fmla="*/ 1 h 20602"/>
                  <a:gd name="connsiteX0-271" fmla="*/ 17966 w 21556"/>
                  <a:gd name="connsiteY0-272" fmla="*/ 77 h 15760"/>
                  <a:gd name="connsiteX1-273" fmla="*/ 4141 w 21556"/>
                  <a:gd name="connsiteY1-274" fmla="*/ 0 h 15760"/>
                  <a:gd name="connsiteX2-275" fmla="*/ 6171 w 21556"/>
                  <a:gd name="connsiteY2-276" fmla="*/ 2519 h 15760"/>
                  <a:gd name="connsiteX3-277" fmla="*/ 7562 w 21556"/>
                  <a:gd name="connsiteY3-278" fmla="*/ 4147 h 15760"/>
                  <a:gd name="connsiteX4-279" fmla="*/ 7792 w 21556"/>
                  <a:gd name="connsiteY4-280" fmla="*/ 4752 h 15760"/>
                  <a:gd name="connsiteX5-281" fmla="*/ 7572 w 21556"/>
                  <a:gd name="connsiteY5-282" fmla="*/ 5797 h 15760"/>
                  <a:gd name="connsiteX6-283" fmla="*/ 6171 w 21556"/>
                  <a:gd name="connsiteY6-284" fmla="*/ 7528 h 15760"/>
                  <a:gd name="connsiteX7-285" fmla="*/ 4141 w 21556"/>
                  <a:gd name="connsiteY7-286" fmla="*/ 10018 h 15760"/>
                  <a:gd name="connsiteX8-287" fmla="*/ 81 w 21556"/>
                  <a:gd name="connsiteY8-288" fmla="*/ 14999 h 15760"/>
                  <a:gd name="connsiteX9-289" fmla="*/ 81 w 21556"/>
                  <a:gd name="connsiteY9-290" fmla="*/ 15603 h 15760"/>
                  <a:gd name="connsiteX10-291" fmla="*/ 392 w 21556"/>
                  <a:gd name="connsiteY10-292" fmla="*/ 15752 h 15760"/>
                  <a:gd name="connsiteX11-293" fmla="*/ 12498 w 21556"/>
                  <a:gd name="connsiteY11-294" fmla="*/ 15752 h 15760"/>
                  <a:gd name="connsiteX12-295" fmla="*/ 13012 w 21556"/>
                  <a:gd name="connsiteY12-296" fmla="*/ 15657 h 15760"/>
                  <a:gd name="connsiteX13-297" fmla="*/ 13507 w 21556"/>
                  <a:gd name="connsiteY13-298" fmla="*/ 15298 h 15760"/>
                  <a:gd name="connsiteX14-299" fmla="*/ 13992 w 21556"/>
                  <a:gd name="connsiteY14-300" fmla="*/ 14803 h 15760"/>
                  <a:gd name="connsiteX15-301" fmla="*/ 17966 w 21556"/>
                  <a:gd name="connsiteY15-302" fmla="*/ 9899 h 15760"/>
                  <a:gd name="connsiteX16-303" fmla="*/ 19953 w 21556"/>
                  <a:gd name="connsiteY16-304" fmla="*/ 7447 h 15760"/>
                  <a:gd name="connsiteX17-305" fmla="*/ 20946 w 21556"/>
                  <a:gd name="connsiteY17-306" fmla="*/ 6221 h 15760"/>
                  <a:gd name="connsiteX18-307" fmla="*/ 21404 w 21556"/>
                  <a:gd name="connsiteY18-308" fmla="*/ 5632 h 15760"/>
                  <a:gd name="connsiteX19-309" fmla="*/ 21553 w 21556"/>
                  <a:gd name="connsiteY19-310" fmla="*/ 4894 h 15760"/>
                  <a:gd name="connsiteX20-311" fmla="*/ 21354 w 21556"/>
                  <a:gd name="connsiteY20-312" fmla="*/ 4276 h 15760"/>
                  <a:gd name="connsiteX21-313" fmla="*/ 20946 w 21556"/>
                  <a:gd name="connsiteY21-314" fmla="*/ 3766 h 15760"/>
                  <a:gd name="connsiteX22-315" fmla="*/ 19953 w 21556"/>
                  <a:gd name="connsiteY22-316" fmla="*/ 2536 h 15760"/>
                  <a:gd name="connsiteX23-317" fmla="*/ 17966 w 21556"/>
                  <a:gd name="connsiteY23-318" fmla="*/ 77 h 15760"/>
                  <a:gd name="connsiteX0-319" fmla="*/ 17966 w 21556"/>
                  <a:gd name="connsiteY0-320" fmla="*/ 0 h 15683"/>
                  <a:gd name="connsiteX1-321" fmla="*/ 6171 w 21556"/>
                  <a:gd name="connsiteY1-322" fmla="*/ 2442 h 15683"/>
                  <a:gd name="connsiteX2-323" fmla="*/ 7562 w 21556"/>
                  <a:gd name="connsiteY2-324" fmla="*/ 4070 h 15683"/>
                  <a:gd name="connsiteX3-325" fmla="*/ 7792 w 21556"/>
                  <a:gd name="connsiteY3-326" fmla="*/ 4675 h 15683"/>
                  <a:gd name="connsiteX4-327" fmla="*/ 7572 w 21556"/>
                  <a:gd name="connsiteY4-328" fmla="*/ 5720 h 15683"/>
                  <a:gd name="connsiteX5-329" fmla="*/ 6171 w 21556"/>
                  <a:gd name="connsiteY5-330" fmla="*/ 7451 h 15683"/>
                  <a:gd name="connsiteX6-331" fmla="*/ 4141 w 21556"/>
                  <a:gd name="connsiteY6-332" fmla="*/ 9941 h 15683"/>
                  <a:gd name="connsiteX7-333" fmla="*/ 81 w 21556"/>
                  <a:gd name="connsiteY7-334" fmla="*/ 14922 h 15683"/>
                  <a:gd name="connsiteX8-335" fmla="*/ 81 w 21556"/>
                  <a:gd name="connsiteY8-336" fmla="*/ 15526 h 15683"/>
                  <a:gd name="connsiteX9-337" fmla="*/ 392 w 21556"/>
                  <a:gd name="connsiteY9-338" fmla="*/ 15675 h 15683"/>
                  <a:gd name="connsiteX10-339" fmla="*/ 12498 w 21556"/>
                  <a:gd name="connsiteY10-340" fmla="*/ 15675 h 15683"/>
                  <a:gd name="connsiteX11-341" fmla="*/ 13012 w 21556"/>
                  <a:gd name="connsiteY11-342" fmla="*/ 15580 h 15683"/>
                  <a:gd name="connsiteX12-343" fmla="*/ 13507 w 21556"/>
                  <a:gd name="connsiteY12-344" fmla="*/ 15221 h 15683"/>
                  <a:gd name="connsiteX13-345" fmla="*/ 13992 w 21556"/>
                  <a:gd name="connsiteY13-346" fmla="*/ 14726 h 15683"/>
                  <a:gd name="connsiteX14-347" fmla="*/ 17966 w 21556"/>
                  <a:gd name="connsiteY14-348" fmla="*/ 9822 h 15683"/>
                  <a:gd name="connsiteX15-349" fmla="*/ 19953 w 21556"/>
                  <a:gd name="connsiteY15-350" fmla="*/ 7370 h 15683"/>
                  <a:gd name="connsiteX16-351" fmla="*/ 20946 w 21556"/>
                  <a:gd name="connsiteY16-352" fmla="*/ 6144 h 15683"/>
                  <a:gd name="connsiteX17-353" fmla="*/ 21404 w 21556"/>
                  <a:gd name="connsiteY17-354" fmla="*/ 5555 h 15683"/>
                  <a:gd name="connsiteX18-355" fmla="*/ 21553 w 21556"/>
                  <a:gd name="connsiteY18-356" fmla="*/ 4817 h 15683"/>
                  <a:gd name="connsiteX19-357" fmla="*/ 21354 w 21556"/>
                  <a:gd name="connsiteY19-358" fmla="*/ 4199 h 15683"/>
                  <a:gd name="connsiteX20-359" fmla="*/ 20946 w 21556"/>
                  <a:gd name="connsiteY20-360" fmla="*/ 3689 h 15683"/>
                  <a:gd name="connsiteX21-361" fmla="*/ 19953 w 21556"/>
                  <a:gd name="connsiteY21-362" fmla="*/ 2459 h 15683"/>
                  <a:gd name="connsiteX22-363" fmla="*/ 17966 w 21556"/>
                  <a:gd name="connsiteY22-364" fmla="*/ 0 h 15683"/>
                  <a:gd name="connsiteX0-365" fmla="*/ 17966 w 21556"/>
                  <a:gd name="connsiteY0-366" fmla="*/ 0 h 15683"/>
                  <a:gd name="connsiteX1-367" fmla="*/ 7562 w 21556"/>
                  <a:gd name="connsiteY1-368" fmla="*/ 4070 h 15683"/>
                  <a:gd name="connsiteX2-369" fmla="*/ 7792 w 21556"/>
                  <a:gd name="connsiteY2-370" fmla="*/ 4675 h 15683"/>
                  <a:gd name="connsiteX3-371" fmla="*/ 7572 w 21556"/>
                  <a:gd name="connsiteY3-372" fmla="*/ 5720 h 15683"/>
                  <a:gd name="connsiteX4-373" fmla="*/ 6171 w 21556"/>
                  <a:gd name="connsiteY4-374" fmla="*/ 7451 h 15683"/>
                  <a:gd name="connsiteX5-375" fmla="*/ 4141 w 21556"/>
                  <a:gd name="connsiteY5-376" fmla="*/ 9941 h 15683"/>
                  <a:gd name="connsiteX6-377" fmla="*/ 81 w 21556"/>
                  <a:gd name="connsiteY6-378" fmla="*/ 14922 h 15683"/>
                  <a:gd name="connsiteX7-379" fmla="*/ 81 w 21556"/>
                  <a:gd name="connsiteY7-380" fmla="*/ 15526 h 15683"/>
                  <a:gd name="connsiteX8-381" fmla="*/ 392 w 21556"/>
                  <a:gd name="connsiteY8-382" fmla="*/ 15675 h 15683"/>
                  <a:gd name="connsiteX9-383" fmla="*/ 12498 w 21556"/>
                  <a:gd name="connsiteY9-384" fmla="*/ 15675 h 15683"/>
                  <a:gd name="connsiteX10-385" fmla="*/ 13012 w 21556"/>
                  <a:gd name="connsiteY10-386" fmla="*/ 15580 h 15683"/>
                  <a:gd name="connsiteX11-387" fmla="*/ 13507 w 21556"/>
                  <a:gd name="connsiteY11-388" fmla="*/ 15221 h 15683"/>
                  <a:gd name="connsiteX12-389" fmla="*/ 13992 w 21556"/>
                  <a:gd name="connsiteY12-390" fmla="*/ 14726 h 15683"/>
                  <a:gd name="connsiteX13-391" fmla="*/ 17966 w 21556"/>
                  <a:gd name="connsiteY13-392" fmla="*/ 9822 h 15683"/>
                  <a:gd name="connsiteX14-393" fmla="*/ 19953 w 21556"/>
                  <a:gd name="connsiteY14-394" fmla="*/ 7370 h 15683"/>
                  <a:gd name="connsiteX15-395" fmla="*/ 20946 w 21556"/>
                  <a:gd name="connsiteY15-396" fmla="*/ 6144 h 15683"/>
                  <a:gd name="connsiteX16-397" fmla="*/ 21404 w 21556"/>
                  <a:gd name="connsiteY16-398" fmla="*/ 5555 h 15683"/>
                  <a:gd name="connsiteX17-399" fmla="*/ 21553 w 21556"/>
                  <a:gd name="connsiteY17-400" fmla="*/ 4817 h 15683"/>
                  <a:gd name="connsiteX18-401" fmla="*/ 21354 w 21556"/>
                  <a:gd name="connsiteY18-402" fmla="*/ 4199 h 15683"/>
                  <a:gd name="connsiteX19-403" fmla="*/ 20946 w 21556"/>
                  <a:gd name="connsiteY19-404" fmla="*/ 3689 h 15683"/>
                  <a:gd name="connsiteX20-405" fmla="*/ 19953 w 21556"/>
                  <a:gd name="connsiteY20-406" fmla="*/ 2459 h 15683"/>
                  <a:gd name="connsiteX21-407" fmla="*/ 17966 w 21556"/>
                  <a:gd name="connsiteY21-408" fmla="*/ 0 h 15683"/>
                  <a:gd name="connsiteX0-409" fmla="*/ 19953 w 21556"/>
                  <a:gd name="connsiteY0-410" fmla="*/ 0 h 13224"/>
                  <a:gd name="connsiteX1-411" fmla="*/ 7562 w 21556"/>
                  <a:gd name="connsiteY1-412" fmla="*/ 1611 h 13224"/>
                  <a:gd name="connsiteX2-413" fmla="*/ 7792 w 21556"/>
                  <a:gd name="connsiteY2-414" fmla="*/ 2216 h 13224"/>
                  <a:gd name="connsiteX3-415" fmla="*/ 7572 w 21556"/>
                  <a:gd name="connsiteY3-416" fmla="*/ 3261 h 13224"/>
                  <a:gd name="connsiteX4-417" fmla="*/ 6171 w 21556"/>
                  <a:gd name="connsiteY4-418" fmla="*/ 4992 h 13224"/>
                  <a:gd name="connsiteX5-419" fmla="*/ 4141 w 21556"/>
                  <a:gd name="connsiteY5-420" fmla="*/ 7482 h 13224"/>
                  <a:gd name="connsiteX6-421" fmla="*/ 81 w 21556"/>
                  <a:gd name="connsiteY6-422" fmla="*/ 12463 h 13224"/>
                  <a:gd name="connsiteX7-423" fmla="*/ 81 w 21556"/>
                  <a:gd name="connsiteY7-424" fmla="*/ 13067 h 13224"/>
                  <a:gd name="connsiteX8-425" fmla="*/ 392 w 21556"/>
                  <a:gd name="connsiteY8-426" fmla="*/ 13216 h 13224"/>
                  <a:gd name="connsiteX9-427" fmla="*/ 12498 w 21556"/>
                  <a:gd name="connsiteY9-428" fmla="*/ 13216 h 13224"/>
                  <a:gd name="connsiteX10-429" fmla="*/ 13012 w 21556"/>
                  <a:gd name="connsiteY10-430" fmla="*/ 13121 h 13224"/>
                  <a:gd name="connsiteX11-431" fmla="*/ 13507 w 21556"/>
                  <a:gd name="connsiteY11-432" fmla="*/ 12762 h 13224"/>
                  <a:gd name="connsiteX12-433" fmla="*/ 13992 w 21556"/>
                  <a:gd name="connsiteY12-434" fmla="*/ 12267 h 13224"/>
                  <a:gd name="connsiteX13-435" fmla="*/ 17966 w 21556"/>
                  <a:gd name="connsiteY13-436" fmla="*/ 7363 h 13224"/>
                  <a:gd name="connsiteX14-437" fmla="*/ 19953 w 21556"/>
                  <a:gd name="connsiteY14-438" fmla="*/ 4911 h 13224"/>
                  <a:gd name="connsiteX15-439" fmla="*/ 20946 w 21556"/>
                  <a:gd name="connsiteY15-440" fmla="*/ 3685 h 13224"/>
                  <a:gd name="connsiteX16-441" fmla="*/ 21404 w 21556"/>
                  <a:gd name="connsiteY16-442" fmla="*/ 3096 h 13224"/>
                  <a:gd name="connsiteX17-443" fmla="*/ 21553 w 21556"/>
                  <a:gd name="connsiteY17-444" fmla="*/ 2358 h 13224"/>
                  <a:gd name="connsiteX18-445" fmla="*/ 21354 w 21556"/>
                  <a:gd name="connsiteY18-446" fmla="*/ 1740 h 13224"/>
                  <a:gd name="connsiteX19-447" fmla="*/ 20946 w 21556"/>
                  <a:gd name="connsiteY19-448" fmla="*/ 1230 h 13224"/>
                  <a:gd name="connsiteX20-449" fmla="*/ 19953 w 21556"/>
                  <a:gd name="connsiteY20-450" fmla="*/ 0 h 13224"/>
                  <a:gd name="connsiteX0-451" fmla="*/ 19953 w 21556"/>
                  <a:gd name="connsiteY0-452" fmla="*/ 0 h 13224"/>
                  <a:gd name="connsiteX1-453" fmla="*/ 7562 w 21556"/>
                  <a:gd name="connsiteY1-454" fmla="*/ 1611 h 13224"/>
                  <a:gd name="connsiteX2-455" fmla="*/ 7792 w 21556"/>
                  <a:gd name="connsiteY2-456" fmla="*/ 2216 h 13224"/>
                  <a:gd name="connsiteX3-457" fmla="*/ 7613 w 21556"/>
                  <a:gd name="connsiteY3-458" fmla="*/ 1590 h 13224"/>
                  <a:gd name="connsiteX4-459" fmla="*/ 7572 w 21556"/>
                  <a:gd name="connsiteY4-460" fmla="*/ 3261 h 13224"/>
                  <a:gd name="connsiteX5-461" fmla="*/ 6171 w 21556"/>
                  <a:gd name="connsiteY5-462" fmla="*/ 4992 h 13224"/>
                  <a:gd name="connsiteX6-463" fmla="*/ 4141 w 21556"/>
                  <a:gd name="connsiteY6-464" fmla="*/ 7482 h 13224"/>
                  <a:gd name="connsiteX7-465" fmla="*/ 81 w 21556"/>
                  <a:gd name="connsiteY7-466" fmla="*/ 12463 h 13224"/>
                  <a:gd name="connsiteX8-467" fmla="*/ 81 w 21556"/>
                  <a:gd name="connsiteY8-468" fmla="*/ 13067 h 13224"/>
                  <a:gd name="connsiteX9-469" fmla="*/ 392 w 21556"/>
                  <a:gd name="connsiteY9-470" fmla="*/ 13216 h 13224"/>
                  <a:gd name="connsiteX10-471" fmla="*/ 12498 w 21556"/>
                  <a:gd name="connsiteY10-472" fmla="*/ 13216 h 13224"/>
                  <a:gd name="connsiteX11-473" fmla="*/ 13012 w 21556"/>
                  <a:gd name="connsiteY11-474" fmla="*/ 13121 h 13224"/>
                  <a:gd name="connsiteX12-475" fmla="*/ 13507 w 21556"/>
                  <a:gd name="connsiteY12-476" fmla="*/ 12762 h 13224"/>
                  <a:gd name="connsiteX13-477" fmla="*/ 13992 w 21556"/>
                  <a:gd name="connsiteY13-478" fmla="*/ 12267 h 13224"/>
                  <a:gd name="connsiteX14-479" fmla="*/ 17966 w 21556"/>
                  <a:gd name="connsiteY14-480" fmla="*/ 7363 h 13224"/>
                  <a:gd name="connsiteX15-481" fmla="*/ 19953 w 21556"/>
                  <a:gd name="connsiteY15-482" fmla="*/ 4911 h 13224"/>
                  <a:gd name="connsiteX16-483" fmla="*/ 20946 w 21556"/>
                  <a:gd name="connsiteY16-484" fmla="*/ 3685 h 13224"/>
                  <a:gd name="connsiteX17-485" fmla="*/ 21404 w 21556"/>
                  <a:gd name="connsiteY17-486" fmla="*/ 3096 h 13224"/>
                  <a:gd name="connsiteX18-487" fmla="*/ 21553 w 21556"/>
                  <a:gd name="connsiteY18-488" fmla="*/ 2358 h 13224"/>
                  <a:gd name="connsiteX19-489" fmla="*/ 21354 w 21556"/>
                  <a:gd name="connsiteY19-490" fmla="*/ 1740 h 13224"/>
                  <a:gd name="connsiteX20-491" fmla="*/ 20946 w 21556"/>
                  <a:gd name="connsiteY20-492" fmla="*/ 1230 h 13224"/>
                  <a:gd name="connsiteX21-493" fmla="*/ 19953 w 21556"/>
                  <a:gd name="connsiteY21-494" fmla="*/ 0 h 13224"/>
                  <a:gd name="connsiteX0-495" fmla="*/ 19953 w 21556"/>
                  <a:gd name="connsiteY0-496" fmla="*/ 0 h 13224"/>
                  <a:gd name="connsiteX1-497" fmla="*/ 7562 w 21556"/>
                  <a:gd name="connsiteY1-498" fmla="*/ 1611 h 13224"/>
                  <a:gd name="connsiteX2-499" fmla="*/ 7792 w 21556"/>
                  <a:gd name="connsiteY2-500" fmla="*/ 2216 h 13224"/>
                  <a:gd name="connsiteX3-501" fmla="*/ 7572 w 21556"/>
                  <a:gd name="connsiteY3-502" fmla="*/ 3261 h 13224"/>
                  <a:gd name="connsiteX4-503" fmla="*/ 6171 w 21556"/>
                  <a:gd name="connsiteY4-504" fmla="*/ 4992 h 13224"/>
                  <a:gd name="connsiteX5-505" fmla="*/ 4141 w 21556"/>
                  <a:gd name="connsiteY5-506" fmla="*/ 7482 h 13224"/>
                  <a:gd name="connsiteX6-507" fmla="*/ 81 w 21556"/>
                  <a:gd name="connsiteY6-508" fmla="*/ 12463 h 13224"/>
                  <a:gd name="connsiteX7-509" fmla="*/ 81 w 21556"/>
                  <a:gd name="connsiteY7-510" fmla="*/ 13067 h 13224"/>
                  <a:gd name="connsiteX8-511" fmla="*/ 392 w 21556"/>
                  <a:gd name="connsiteY8-512" fmla="*/ 13216 h 13224"/>
                  <a:gd name="connsiteX9-513" fmla="*/ 12498 w 21556"/>
                  <a:gd name="connsiteY9-514" fmla="*/ 13216 h 13224"/>
                  <a:gd name="connsiteX10-515" fmla="*/ 13012 w 21556"/>
                  <a:gd name="connsiteY10-516" fmla="*/ 13121 h 13224"/>
                  <a:gd name="connsiteX11-517" fmla="*/ 13507 w 21556"/>
                  <a:gd name="connsiteY11-518" fmla="*/ 12762 h 13224"/>
                  <a:gd name="connsiteX12-519" fmla="*/ 13992 w 21556"/>
                  <a:gd name="connsiteY12-520" fmla="*/ 12267 h 13224"/>
                  <a:gd name="connsiteX13-521" fmla="*/ 17966 w 21556"/>
                  <a:gd name="connsiteY13-522" fmla="*/ 7363 h 13224"/>
                  <a:gd name="connsiteX14-523" fmla="*/ 19953 w 21556"/>
                  <a:gd name="connsiteY14-524" fmla="*/ 4911 h 13224"/>
                  <a:gd name="connsiteX15-525" fmla="*/ 20946 w 21556"/>
                  <a:gd name="connsiteY15-526" fmla="*/ 3685 h 13224"/>
                  <a:gd name="connsiteX16-527" fmla="*/ 21404 w 21556"/>
                  <a:gd name="connsiteY16-528" fmla="*/ 3096 h 13224"/>
                  <a:gd name="connsiteX17-529" fmla="*/ 21553 w 21556"/>
                  <a:gd name="connsiteY17-530" fmla="*/ 2358 h 13224"/>
                  <a:gd name="connsiteX18-531" fmla="*/ 21354 w 21556"/>
                  <a:gd name="connsiteY18-532" fmla="*/ 1740 h 13224"/>
                  <a:gd name="connsiteX19-533" fmla="*/ 20946 w 21556"/>
                  <a:gd name="connsiteY19-534" fmla="*/ 1230 h 13224"/>
                  <a:gd name="connsiteX20-535" fmla="*/ 19953 w 21556"/>
                  <a:gd name="connsiteY20-536" fmla="*/ 0 h 13224"/>
                  <a:gd name="connsiteX0-537" fmla="*/ 19953 w 21556"/>
                  <a:gd name="connsiteY0-538" fmla="*/ 0 h 13224"/>
                  <a:gd name="connsiteX1-539" fmla="*/ 7792 w 21556"/>
                  <a:gd name="connsiteY1-540" fmla="*/ 2216 h 13224"/>
                  <a:gd name="connsiteX2-541" fmla="*/ 7572 w 21556"/>
                  <a:gd name="connsiteY2-542" fmla="*/ 3261 h 13224"/>
                  <a:gd name="connsiteX3-543" fmla="*/ 6171 w 21556"/>
                  <a:gd name="connsiteY3-544" fmla="*/ 4992 h 13224"/>
                  <a:gd name="connsiteX4-545" fmla="*/ 4141 w 21556"/>
                  <a:gd name="connsiteY4-546" fmla="*/ 7482 h 13224"/>
                  <a:gd name="connsiteX5-547" fmla="*/ 81 w 21556"/>
                  <a:gd name="connsiteY5-548" fmla="*/ 12463 h 13224"/>
                  <a:gd name="connsiteX6-549" fmla="*/ 81 w 21556"/>
                  <a:gd name="connsiteY6-550" fmla="*/ 13067 h 13224"/>
                  <a:gd name="connsiteX7-551" fmla="*/ 392 w 21556"/>
                  <a:gd name="connsiteY7-552" fmla="*/ 13216 h 13224"/>
                  <a:gd name="connsiteX8-553" fmla="*/ 12498 w 21556"/>
                  <a:gd name="connsiteY8-554" fmla="*/ 13216 h 13224"/>
                  <a:gd name="connsiteX9-555" fmla="*/ 13012 w 21556"/>
                  <a:gd name="connsiteY9-556" fmla="*/ 13121 h 13224"/>
                  <a:gd name="connsiteX10-557" fmla="*/ 13507 w 21556"/>
                  <a:gd name="connsiteY10-558" fmla="*/ 12762 h 13224"/>
                  <a:gd name="connsiteX11-559" fmla="*/ 13992 w 21556"/>
                  <a:gd name="connsiteY11-560" fmla="*/ 12267 h 13224"/>
                  <a:gd name="connsiteX12-561" fmla="*/ 17966 w 21556"/>
                  <a:gd name="connsiteY12-562" fmla="*/ 7363 h 13224"/>
                  <a:gd name="connsiteX13-563" fmla="*/ 19953 w 21556"/>
                  <a:gd name="connsiteY13-564" fmla="*/ 4911 h 13224"/>
                  <a:gd name="connsiteX14-565" fmla="*/ 20946 w 21556"/>
                  <a:gd name="connsiteY14-566" fmla="*/ 3685 h 13224"/>
                  <a:gd name="connsiteX15-567" fmla="*/ 21404 w 21556"/>
                  <a:gd name="connsiteY15-568" fmla="*/ 3096 h 13224"/>
                  <a:gd name="connsiteX16-569" fmla="*/ 21553 w 21556"/>
                  <a:gd name="connsiteY16-570" fmla="*/ 2358 h 13224"/>
                  <a:gd name="connsiteX17-571" fmla="*/ 21354 w 21556"/>
                  <a:gd name="connsiteY17-572" fmla="*/ 1740 h 13224"/>
                  <a:gd name="connsiteX18-573" fmla="*/ 20946 w 21556"/>
                  <a:gd name="connsiteY18-574" fmla="*/ 1230 h 13224"/>
                  <a:gd name="connsiteX19-575" fmla="*/ 19953 w 21556"/>
                  <a:gd name="connsiteY19-576" fmla="*/ 0 h 13224"/>
                  <a:gd name="connsiteX0-577" fmla="*/ 20946 w 21556"/>
                  <a:gd name="connsiteY0-578" fmla="*/ 0 h 11994"/>
                  <a:gd name="connsiteX1-579" fmla="*/ 7792 w 21556"/>
                  <a:gd name="connsiteY1-580" fmla="*/ 986 h 11994"/>
                  <a:gd name="connsiteX2-581" fmla="*/ 7572 w 21556"/>
                  <a:gd name="connsiteY2-582" fmla="*/ 2031 h 11994"/>
                  <a:gd name="connsiteX3-583" fmla="*/ 6171 w 21556"/>
                  <a:gd name="connsiteY3-584" fmla="*/ 3762 h 11994"/>
                  <a:gd name="connsiteX4-585" fmla="*/ 4141 w 21556"/>
                  <a:gd name="connsiteY4-586" fmla="*/ 6252 h 11994"/>
                  <a:gd name="connsiteX5-587" fmla="*/ 81 w 21556"/>
                  <a:gd name="connsiteY5-588" fmla="*/ 11233 h 11994"/>
                  <a:gd name="connsiteX6-589" fmla="*/ 81 w 21556"/>
                  <a:gd name="connsiteY6-590" fmla="*/ 11837 h 11994"/>
                  <a:gd name="connsiteX7-591" fmla="*/ 392 w 21556"/>
                  <a:gd name="connsiteY7-592" fmla="*/ 11986 h 11994"/>
                  <a:gd name="connsiteX8-593" fmla="*/ 12498 w 21556"/>
                  <a:gd name="connsiteY8-594" fmla="*/ 11986 h 11994"/>
                  <a:gd name="connsiteX9-595" fmla="*/ 13012 w 21556"/>
                  <a:gd name="connsiteY9-596" fmla="*/ 11891 h 11994"/>
                  <a:gd name="connsiteX10-597" fmla="*/ 13507 w 21556"/>
                  <a:gd name="connsiteY10-598" fmla="*/ 11532 h 11994"/>
                  <a:gd name="connsiteX11-599" fmla="*/ 13992 w 21556"/>
                  <a:gd name="connsiteY11-600" fmla="*/ 11037 h 11994"/>
                  <a:gd name="connsiteX12-601" fmla="*/ 17966 w 21556"/>
                  <a:gd name="connsiteY12-602" fmla="*/ 6133 h 11994"/>
                  <a:gd name="connsiteX13-603" fmla="*/ 19953 w 21556"/>
                  <a:gd name="connsiteY13-604" fmla="*/ 3681 h 11994"/>
                  <a:gd name="connsiteX14-605" fmla="*/ 20946 w 21556"/>
                  <a:gd name="connsiteY14-606" fmla="*/ 2455 h 11994"/>
                  <a:gd name="connsiteX15-607" fmla="*/ 21404 w 21556"/>
                  <a:gd name="connsiteY15-608" fmla="*/ 1866 h 11994"/>
                  <a:gd name="connsiteX16-609" fmla="*/ 21553 w 21556"/>
                  <a:gd name="connsiteY16-610" fmla="*/ 1128 h 11994"/>
                  <a:gd name="connsiteX17-611" fmla="*/ 21354 w 21556"/>
                  <a:gd name="connsiteY17-612" fmla="*/ 510 h 11994"/>
                  <a:gd name="connsiteX18-613" fmla="*/ 20946 w 21556"/>
                  <a:gd name="connsiteY18-614" fmla="*/ 0 h 11994"/>
                  <a:gd name="connsiteX0-615" fmla="*/ 21354 w 21556"/>
                  <a:gd name="connsiteY0-616" fmla="*/ 0 h 11484"/>
                  <a:gd name="connsiteX1-617" fmla="*/ 7792 w 21556"/>
                  <a:gd name="connsiteY1-618" fmla="*/ 476 h 11484"/>
                  <a:gd name="connsiteX2-619" fmla="*/ 7572 w 21556"/>
                  <a:gd name="connsiteY2-620" fmla="*/ 1521 h 11484"/>
                  <a:gd name="connsiteX3-621" fmla="*/ 6171 w 21556"/>
                  <a:gd name="connsiteY3-622" fmla="*/ 3252 h 11484"/>
                  <a:gd name="connsiteX4-623" fmla="*/ 4141 w 21556"/>
                  <a:gd name="connsiteY4-624" fmla="*/ 5742 h 11484"/>
                  <a:gd name="connsiteX5-625" fmla="*/ 81 w 21556"/>
                  <a:gd name="connsiteY5-626" fmla="*/ 10723 h 11484"/>
                  <a:gd name="connsiteX6-627" fmla="*/ 81 w 21556"/>
                  <a:gd name="connsiteY6-628" fmla="*/ 11327 h 11484"/>
                  <a:gd name="connsiteX7-629" fmla="*/ 392 w 21556"/>
                  <a:gd name="connsiteY7-630" fmla="*/ 11476 h 11484"/>
                  <a:gd name="connsiteX8-631" fmla="*/ 12498 w 21556"/>
                  <a:gd name="connsiteY8-632" fmla="*/ 11476 h 11484"/>
                  <a:gd name="connsiteX9-633" fmla="*/ 13012 w 21556"/>
                  <a:gd name="connsiteY9-634" fmla="*/ 11381 h 11484"/>
                  <a:gd name="connsiteX10-635" fmla="*/ 13507 w 21556"/>
                  <a:gd name="connsiteY10-636" fmla="*/ 11022 h 11484"/>
                  <a:gd name="connsiteX11-637" fmla="*/ 13992 w 21556"/>
                  <a:gd name="connsiteY11-638" fmla="*/ 10527 h 11484"/>
                  <a:gd name="connsiteX12-639" fmla="*/ 17966 w 21556"/>
                  <a:gd name="connsiteY12-640" fmla="*/ 5623 h 11484"/>
                  <a:gd name="connsiteX13-641" fmla="*/ 19953 w 21556"/>
                  <a:gd name="connsiteY13-642" fmla="*/ 3171 h 11484"/>
                  <a:gd name="connsiteX14-643" fmla="*/ 20946 w 21556"/>
                  <a:gd name="connsiteY14-644" fmla="*/ 1945 h 11484"/>
                  <a:gd name="connsiteX15-645" fmla="*/ 21404 w 21556"/>
                  <a:gd name="connsiteY15-646" fmla="*/ 1356 h 11484"/>
                  <a:gd name="connsiteX16-647" fmla="*/ 21553 w 21556"/>
                  <a:gd name="connsiteY16-648" fmla="*/ 618 h 11484"/>
                  <a:gd name="connsiteX17-649" fmla="*/ 21354 w 21556"/>
                  <a:gd name="connsiteY17-650" fmla="*/ 0 h 11484"/>
                  <a:gd name="connsiteX0-651" fmla="*/ 21553 w 21556"/>
                  <a:gd name="connsiteY0-652" fmla="*/ 206 h 11072"/>
                  <a:gd name="connsiteX1-653" fmla="*/ 7792 w 21556"/>
                  <a:gd name="connsiteY1-654" fmla="*/ 64 h 11072"/>
                  <a:gd name="connsiteX2-655" fmla="*/ 7572 w 21556"/>
                  <a:gd name="connsiteY2-656" fmla="*/ 1109 h 11072"/>
                  <a:gd name="connsiteX3-657" fmla="*/ 6171 w 21556"/>
                  <a:gd name="connsiteY3-658" fmla="*/ 2840 h 11072"/>
                  <a:gd name="connsiteX4-659" fmla="*/ 4141 w 21556"/>
                  <a:gd name="connsiteY4-660" fmla="*/ 5330 h 11072"/>
                  <a:gd name="connsiteX5-661" fmla="*/ 81 w 21556"/>
                  <a:gd name="connsiteY5-662" fmla="*/ 10311 h 11072"/>
                  <a:gd name="connsiteX6-663" fmla="*/ 81 w 21556"/>
                  <a:gd name="connsiteY6-664" fmla="*/ 10915 h 11072"/>
                  <a:gd name="connsiteX7-665" fmla="*/ 392 w 21556"/>
                  <a:gd name="connsiteY7-666" fmla="*/ 11064 h 11072"/>
                  <a:gd name="connsiteX8-667" fmla="*/ 12498 w 21556"/>
                  <a:gd name="connsiteY8-668" fmla="*/ 11064 h 11072"/>
                  <a:gd name="connsiteX9-669" fmla="*/ 13012 w 21556"/>
                  <a:gd name="connsiteY9-670" fmla="*/ 10969 h 11072"/>
                  <a:gd name="connsiteX10-671" fmla="*/ 13507 w 21556"/>
                  <a:gd name="connsiteY10-672" fmla="*/ 10610 h 11072"/>
                  <a:gd name="connsiteX11-673" fmla="*/ 13992 w 21556"/>
                  <a:gd name="connsiteY11-674" fmla="*/ 10115 h 11072"/>
                  <a:gd name="connsiteX12-675" fmla="*/ 17966 w 21556"/>
                  <a:gd name="connsiteY12-676" fmla="*/ 5211 h 11072"/>
                  <a:gd name="connsiteX13-677" fmla="*/ 19953 w 21556"/>
                  <a:gd name="connsiteY13-678" fmla="*/ 2759 h 11072"/>
                  <a:gd name="connsiteX14-679" fmla="*/ 20946 w 21556"/>
                  <a:gd name="connsiteY14-680" fmla="*/ 1533 h 11072"/>
                  <a:gd name="connsiteX15-681" fmla="*/ 21404 w 21556"/>
                  <a:gd name="connsiteY15-682" fmla="*/ 944 h 11072"/>
                  <a:gd name="connsiteX16-683" fmla="*/ 21553 w 21556"/>
                  <a:gd name="connsiteY16-684" fmla="*/ 206 h 110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grpSp>
        <p:sp>
          <p:nvSpPr>
            <p:cNvPr id="20" name="ïṡḻiḓè"/>
            <p:cNvSpPr/>
            <p:nvPr>
              <p:custDataLst>
                <p:tags r:id="rId23"/>
              </p:custDataLst>
            </p:nvPr>
          </p:nvSpPr>
          <p:spPr bwMode="auto">
            <a:xfrm>
              <a:off x="6656261"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lt1"/>
                </a:solidFill>
                <a:effectLst>
                  <a:outerShdw blurRad="38100" dist="38100" dir="2700000" algn="tl">
                    <a:srgbClr val="000000">
                      <a:alpha val="43137"/>
                    </a:srgbClr>
                  </a:outerShdw>
                </a:effectLst>
                <a:cs typeface="+mn-ea"/>
                <a:sym typeface="+mn-lt"/>
              </a:endParaRPr>
            </a:p>
          </p:txBody>
        </p:sp>
        <p:sp>
          <p:nvSpPr>
            <p:cNvPr id="21" name="îṣliḍé"/>
            <p:cNvSpPr/>
            <p:nvPr>
              <p:custDataLst>
                <p:tags r:id="rId24"/>
              </p:custDataLst>
            </p:nvPr>
          </p:nvSpPr>
          <p:spPr bwMode="auto">
            <a:xfrm>
              <a:off x="6247791"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grpSp>
          <p:nvGrpSpPr>
            <p:cNvPr id="22" name="íṡḻíḓè"/>
            <p:cNvGrpSpPr/>
            <p:nvPr/>
          </p:nvGrpSpPr>
          <p:grpSpPr>
            <a:xfrm>
              <a:off x="5839328" y="3606992"/>
              <a:ext cx="621584" cy="183515"/>
              <a:chOff x="2710657" y="1989591"/>
              <a:chExt cx="500063" cy="147638"/>
            </a:xfrm>
            <a:grpFill/>
          </p:grpSpPr>
          <p:sp>
            <p:nvSpPr>
              <p:cNvPr id="29" name="isľiḓê"/>
              <p:cNvSpPr/>
              <p:nvPr>
                <p:custDataLst>
                  <p:tags r:id="rId25"/>
                </p:custDataLst>
              </p:nvPr>
            </p:nvSpPr>
            <p:spPr bwMode="auto">
              <a:xfrm rot="5400000">
                <a:off x="3095626"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30" name="iṡļîḋê"/>
              <p:cNvSpPr/>
              <p:nvPr>
                <p:custDataLst>
                  <p:tags r:id="rId26"/>
                </p:custDataLst>
              </p:nvPr>
            </p:nvSpPr>
            <p:spPr bwMode="auto">
              <a:xfrm rot="5400000">
                <a:off x="2883694"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31" name="îśḷidê"/>
              <p:cNvSpPr/>
              <p:nvPr>
                <p:custDataLst>
                  <p:tags r:id="rId27"/>
                </p:custDataLst>
              </p:nvPr>
            </p:nvSpPr>
            <p:spPr bwMode="auto">
              <a:xfrm rot="5400000">
                <a:off x="2678113"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grpSp>
        <p:grpSp>
          <p:nvGrpSpPr>
            <p:cNvPr id="24" name="iŝ1íḑé"/>
            <p:cNvGrpSpPr/>
            <p:nvPr/>
          </p:nvGrpSpPr>
          <p:grpSpPr>
            <a:xfrm>
              <a:off x="7062781" y="3399083"/>
              <a:ext cx="1075389" cy="607795"/>
              <a:chOff x="5731690" y="1747497"/>
              <a:chExt cx="865148" cy="631034"/>
            </a:xfrm>
            <a:grpFill/>
          </p:grpSpPr>
          <p:sp>
            <p:nvSpPr>
              <p:cNvPr id="27" name="î$ḻiḑé"/>
              <p:cNvSpPr/>
              <p:nvPr>
                <p:custDataLst>
                  <p:tags r:id="rId28"/>
                </p:custDataLst>
              </p:nvPr>
            </p:nvSpPr>
            <p:spPr bwMode="auto">
              <a:xfrm>
                <a:off x="5731690" y="2054772"/>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1" fmla="*/ 12498 w 21556"/>
                  <a:gd name="connsiteY0-2" fmla="*/ 3 h 21546"/>
                  <a:gd name="connsiteX1-3" fmla="*/ 81 w 21556"/>
                  <a:gd name="connsiteY1-4" fmla="*/ 749 h 21546"/>
                  <a:gd name="connsiteX2-5" fmla="*/ 4141 w 21556"/>
                  <a:gd name="connsiteY2-6" fmla="*/ 5786 h 21546"/>
                  <a:gd name="connsiteX3-7" fmla="*/ 6171 w 21556"/>
                  <a:gd name="connsiteY3-8" fmla="*/ 8305 h 21546"/>
                  <a:gd name="connsiteX4-9" fmla="*/ 7562 w 21556"/>
                  <a:gd name="connsiteY4-10" fmla="*/ 9933 h 21546"/>
                  <a:gd name="connsiteX5-11" fmla="*/ 7792 w 21556"/>
                  <a:gd name="connsiteY5-12" fmla="*/ 10538 h 21546"/>
                  <a:gd name="connsiteX6-13" fmla="*/ 7572 w 21556"/>
                  <a:gd name="connsiteY6-14" fmla="*/ 11583 h 21546"/>
                  <a:gd name="connsiteX7-15" fmla="*/ 6171 w 21556"/>
                  <a:gd name="connsiteY7-16" fmla="*/ 13314 h 21546"/>
                  <a:gd name="connsiteX8-17" fmla="*/ 4141 w 21556"/>
                  <a:gd name="connsiteY8-18" fmla="*/ 15804 h 21546"/>
                  <a:gd name="connsiteX9-19" fmla="*/ 81 w 21556"/>
                  <a:gd name="connsiteY9-20" fmla="*/ 20785 h 21546"/>
                  <a:gd name="connsiteX10-21" fmla="*/ 81 w 21556"/>
                  <a:gd name="connsiteY10-22" fmla="*/ 21389 h 21546"/>
                  <a:gd name="connsiteX11-23" fmla="*/ 392 w 21556"/>
                  <a:gd name="connsiteY11-24" fmla="*/ 21538 h 21546"/>
                  <a:gd name="connsiteX12-25" fmla="*/ 12498 w 21556"/>
                  <a:gd name="connsiteY12-26" fmla="*/ 21538 h 21546"/>
                  <a:gd name="connsiteX13-27" fmla="*/ 13012 w 21556"/>
                  <a:gd name="connsiteY13-28" fmla="*/ 21443 h 21546"/>
                  <a:gd name="connsiteX14-29" fmla="*/ 13507 w 21556"/>
                  <a:gd name="connsiteY14-30" fmla="*/ 21084 h 21546"/>
                  <a:gd name="connsiteX15-31" fmla="*/ 13992 w 21556"/>
                  <a:gd name="connsiteY15-32" fmla="*/ 20589 h 21546"/>
                  <a:gd name="connsiteX16-33" fmla="*/ 17966 w 21556"/>
                  <a:gd name="connsiteY16-34" fmla="*/ 15685 h 21546"/>
                  <a:gd name="connsiteX17-35" fmla="*/ 19953 w 21556"/>
                  <a:gd name="connsiteY17-36" fmla="*/ 13233 h 21546"/>
                  <a:gd name="connsiteX18-37" fmla="*/ 20946 w 21556"/>
                  <a:gd name="connsiteY18-38" fmla="*/ 12007 h 21546"/>
                  <a:gd name="connsiteX19-39" fmla="*/ 21404 w 21556"/>
                  <a:gd name="connsiteY19-40" fmla="*/ 11418 h 21546"/>
                  <a:gd name="connsiteX20-41" fmla="*/ 21553 w 21556"/>
                  <a:gd name="connsiteY20-42" fmla="*/ 10680 h 21546"/>
                  <a:gd name="connsiteX21-43" fmla="*/ 21354 w 21556"/>
                  <a:gd name="connsiteY21-44" fmla="*/ 10062 h 21546"/>
                  <a:gd name="connsiteX22-45" fmla="*/ 20946 w 21556"/>
                  <a:gd name="connsiteY22-46" fmla="*/ 9552 h 21546"/>
                  <a:gd name="connsiteX23-47" fmla="*/ 19953 w 21556"/>
                  <a:gd name="connsiteY23-48" fmla="*/ 8322 h 21546"/>
                  <a:gd name="connsiteX24-49" fmla="*/ 17966 w 21556"/>
                  <a:gd name="connsiteY24-50" fmla="*/ 5863 h 21546"/>
                  <a:gd name="connsiteX25-51" fmla="*/ 13992 w 21556"/>
                  <a:gd name="connsiteY25-52" fmla="*/ 945 h 21546"/>
                  <a:gd name="connsiteX26-53" fmla="*/ 13507 w 21556"/>
                  <a:gd name="connsiteY26-54" fmla="*/ 457 h 21546"/>
                  <a:gd name="connsiteX27-55" fmla="*/ 13012 w 21556"/>
                  <a:gd name="connsiteY27-56" fmla="*/ 98 h 21546"/>
                  <a:gd name="connsiteX28-57" fmla="*/ 12498 w 21556"/>
                  <a:gd name="connsiteY28-58" fmla="*/ 3 h 21546"/>
                  <a:gd name="connsiteX0-59" fmla="*/ 12498 w 21556"/>
                  <a:gd name="connsiteY0-60" fmla="*/ 3 h 21546"/>
                  <a:gd name="connsiteX1-61" fmla="*/ 4141 w 21556"/>
                  <a:gd name="connsiteY1-62" fmla="*/ 5786 h 21546"/>
                  <a:gd name="connsiteX2-63" fmla="*/ 6171 w 21556"/>
                  <a:gd name="connsiteY2-64" fmla="*/ 8305 h 21546"/>
                  <a:gd name="connsiteX3-65" fmla="*/ 7562 w 21556"/>
                  <a:gd name="connsiteY3-66" fmla="*/ 9933 h 21546"/>
                  <a:gd name="connsiteX4-67" fmla="*/ 7792 w 21556"/>
                  <a:gd name="connsiteY4-68" fmla="*/ 10538 h 21546"/>
                  <a:gd name="connsiteX5-69" fmla="*/ 7572 w 21556"/>
                  <a:gd name="connsiteY5-70" fmla="*/ 11583 h 21546"/>
                  <a:gd name="connsiteX6-71" fmla="*/ 6171 w 21556"/>
                  <a:gd name="connsiteY6-72" fmla="*/ 13314 h 21546"/>
                  <a:gd name="connsiteX7-73" fmla="*/ 4141 w 21556"/>
                  <a:gd name="connsiteY7-74" fmla="*/ 15804 h 21546"/>
                  <a:gd name="connsiteX8-75" fmla="*/ 81 w 21556"/>
                  <a:gd name="connsiteY8-76" fmla="*/ 20785 h 21546"/>
                  <a:gd name="connsiteX9-77" fmla="*/ 81 w 21556"/>
                  <a:gd name="connsiteY9-78" fmla="*/ 21389 h 21546"/>
                  <a:gd name="connsiteX10-79" fmla="*/ 392 w 21556"/>
                  <a:gd name="connsiteY10-80" fmla="*/ 21538 h 21546"/>
                  <a:gd name="connsiteX11-81" fmla="*/ 12498 w 21556"/>
                  <a:gd name="connsiteY11-82" fmla="*/ 21538 h 21546"/>
                  <a:gd name="connsiteX12-83" fmla="*/ 13012 w 21556"/>
                  <a:gd name="connsiteY12-84" fmla="*/ 21443 h 21546"/>
                  <a:gd name="connsiteX13-85" fmla="*/ 13507 w 21556"/>
                  <a:gd name="connsiteY13-86" fmla="*/ 21084 h 21546"/>
                  <a:gd name="connsiteX14-87" fmla="*/ 13992 w 21556"/>
                  <a:gd name="connsiteY14-88" fmla="*/ 20589 h 21546"/>
                  <a:gd name="connsiteX15-89" fmla="*/ 17966 w 21556"/>
                  <a:gd name="connsiteY15-90" fmla="*/ 15685 h 21546"/>
                  <a:gd name="connsiteX16-91" fmla="*/ 19953 w 21556"/>
                  <a:gd name="connsiteY16-92" fmla="*/ 13233 h 21546"/>
                  <a:gd name="connsiteX17-93" fmla="*/ 20946 w 21556"/>
                  <a:gd name="connsiteY17-94" fmla="*/ 12007 h 21546"/>
                  <a:gd name="connsiteX18-95" fmla="*/ 21404 w 21556"/>
                  <a:gd name="connsiteY18-96" fmla="*/ 11418 h 21546"/>
                  <a:gd name="connsiteX19-97" fmla="*/ 21553 w 21556"/>
                  <a:gd name="connsiteY19-98" fmla="*/ 10680 h 21546"/>
                  <a:gd name="connsiteX20-99" fmla="*/ 21354 w 21556"/>
                  <a:gd name="connsiteY20-100" fmla="*/ 10062 h 21546"/>
                  <a:gd name="connsiteX21-101" fmla="*/ 20946 w 21556"/>
                  <a:gd name="connsiteY21-102" fmla="*/ 9552 h 21546"/>
                  <a:gd name="connsiteX22-103" fmla="*/ 19953 w 21556"/>
                  <a:gd name="connsiteY22-104" fmla="*/ 8322 h 21546"/>
                  <a:gd name="connsiteX23-105" fmla="*/ 17966 w 21556"/>
                  <a:gd name="connsiteY23-106" fmla="*/ 5863 h 21546"/>
                  <a:gd name="connsiteX24-107" fmla="*/ 13992 w 21556"/>
                  <a:gd name="connsiteY24-108" fmla="*/ 945 h 21546"/>
                  <a:gd name="connsiteX25-109" fmla="*/ 13507 w 21556"/>
                  <a:gd name="connsiteY25-110" fmla="*/ 457 h 21546"/>
                  <a:gd name="connsiteX26-111" fmla="*/ 13012 w 21556"/>
                  <a:gd name="connsiteY26-112" fmla="*/ 98 h 21546"/>
                  <a:gd name="connsiteX27-113" fmla="*/ 12498 w 21556"/>
                  <a:gd name="connsiteY27-114" fmla="*/ 3 h 21546"/>
                  <a:gd name="connsiteX0-115" fmla="*/ 13012 w 21556"/>
                  <a:gd name="connsiteY0-116" fmla="*/ 0 h 21448"/>
                  <a:gd name="connsiteX1-117" fmla="*/ 4141 w 21556"/>
                  <a:gd name="connsiteY1-118" fmla="*/ 5688 h 21448"/>
                  <a:gd name="connsiteX2-119" fmla="*/ 6171 w 21556"/>
                  <a:gd name="connsiteY2-120" fmla="*/ 8207 h 21448"/>
                  <a:gd name="connsiteX3-121" fmla="*/ 7562 w 21556"/>
                  <a:gd name="connsiteY3-122" fmla="*/ 9835 h 21448"/>
                  <a:gd name="connsiteX4-123" fmla="*/ 7792 w 21556"/>
                  <a:gd name="connsiteY4-124" fmla="*/ 10440 h 21448"/>
                  <a:gd name="connsiteX5-125" fmla="*/ 7572 w 21556"/>
                  <a:gd name="connsiteY5-126" fmla="*/ 11485 h 21448"/>
                  <a:gd name="connsiteX6-127" fmla="*/ 6171 w 21556"/>
                  <a:gd name="connsiteY6-128" fmla="*/ 13216 h 21448"/>
                  <a:gd name="connsiteX7-129" fmla="*/ 4141 w 21556"/>
                  <a:gd name="connsiteY7-130" fmla="*/ 15706 h 21448"/>
                  <a:gd name="connsiteX8-131" fmla="*/ 81 w 21556"/>
                  <a:gd name="connsiteY8-132" fmla="*/ 20687 h 21448"/>
                  <a:gd name="connsiteX9-133" fmla="*/ 81 w 21556"/>
                  <a:gd name="connsiteY9-134" fmla="*/ 21291 h 21448"/>
                  <a:gd name="connsiteX10-135" fmla="*/ 392 w 21556"/>
                  <a:gd name="connsiteY10-136" fmla="*/ 21440 h 21448"/>
                  <a:gd name="connsiteX11-137" fmla="*/ 12498 w 21556"/>
                  <a:gd name="connsiteY11-138" fmla="*/ 21440 h 21448"/>
                  <a:gd name="connsiteX12-139" fmla="*/ 13012 w 21556"/>
                  <a:gd name="connsiteY12-140" fmla="*/ 21345 h 21448"/>
                  <a:gd name="connsiteX13-141" fmla="*/ 13507 w 21556"/>
                  <a:gd name="connsiteY13-142" fmla="*/ 20986 h 21448"/>
                  <a:gd name="connsiteX14-143" fmla="*/ 13992 w 21556"/>
                  <a:gd name="connsiteY14-144" fmla="*/ 20491 h 21448"/>
                  <a:gd name="connsiteX15-145" fmla="*/ 17966 w 21556"/>
                  <a:gd name="connsiteY15-146" fmla="*/ 15587 h 21448"/>
                  <a:gd name="connsiteX16-147" fmla="*/ 19953 w 21556"/>
                  <a:gd name="connsiteY16-148" fmla="*/ 13135 h 21448"/>
                  <a:gd name="connsiteX17-149" fmla="*/ 20946 w 21556"/>
                  <a:gd name="connsiteY17-150" fmla="*/ 11909 h 21448"/>
                  <a:gd name="connsiteX18-151" fmla="*/ 21404 w 21556"/>
                  <a:gd name="connsiteY18-152" fmla="*/ 11320 h 21448"/>
                  <a:gd name="connsiteX19-153" fmla="*/ 21553 w 21556"/>
                  <a:gd name="connsiteY19-154" fmla="*/ 10582 h 21448"/>
                  <a:gd name="connsiteX20-155" fmla="*/ 21354 w 21556"/>
                  <a:gd name="connsiteY20-156" fmla="*/ 9964 h 21448"/>
                  <a:gd name="connsiteX21-157" fmla="*/ 20946 w 21556"/>
                  <a:gd name="connsiteY21-158" fmla="*/ 9454 h 21448"/>
                  <a:gd name="connsiteX22-159" fmla="*/ 19953 w 21556"/>
                  <a:gd name="connsiteY22-160" fmla="*/ 8224 h 21448"/>
                  <a:gd name="connsiteX23-161" fmla="*/ 17966 w 21556"/>
                  <a:gd name="connsiteY23-162" fmla="*/ 5765 h 21448"/>
                  <a:gd name="connsiteX24-163" fmla="*/ 13992 w 21556"/>
                  <a:gd name="connsiteY24-164" fmla="*/ 847 h 21448"/>
                  <a:gd name="connsiteX25-165" fmla="*/ 13507 w 21556"/>
                  <a:gd name="connsiteY25-166" fmla="*/ 359 h 21448"/>
                  <a:gd name="connsiteX26-167" fmla="*/ 13012 w 21556"/>
                  <a:gd name="connsiteY26-168" fmla="*/ 0 h 21448"/>
                  <a:gd name="connsiteX0-169" fmla="*/ 13507 w 21556"/>
                  <a:gd name="connsiteY0-170" fmla="*/ 289 h 21378"/>
                  <a:gd name="connsiteX1-171" fmla="*/ 4141 w 21556"/>
                  <a:gd name="connsiteY1-172" fmla="*/ 5618 h 21378"/>
                  <a:gd name="connsiteX2-173" fmla="*/ 6171 w 21556"/>
                  <a:gd name="connsiteY2-174" fmla="*/ 8137 h 21378"/>
                  <a:gd name="connsiteX3-175" fmla="*/ 7562 w 21556"/>
                  <a:gd name="connsiteY3-176" fmla="*/ 9765 h 21378"/>
                  <a:gd name="connsiteX4-177" fmla="*/ 7792 w 21556"/>
                  <a:gd name="connsiteY4-178" fmla="*/ 10370 h 21378"/>
                  <a:gd name="connsiteX5-179" fmla="*/ 7572 w 21556"/>
                  <a:gd name="connsiteY5-180" fmla="*/ 11415 h 21378"/>
                  <a:gd name="connsiteX6-181" fmla="*/ 6171 w 21556"/>
                  <a:gd name="connsiteY6-182" fmla="*/ 13146 h 21378"/>
                  <a:gd name="connsiteX7-183" fmla="*/ 4141 w 21556"/>
                  <a:gd name="connsiteY7-184" fmla="*/ 15636 h 21378"/>
                  <a:gd name="connsiteX8-185" fmla="*/ 81 w 21556"/>
                  <a:gd name="connsiteY8-186" fmla="*/ 20617 h 21378"/>
                  <a:gd name="connsiteX9-187" fmla="*/ 81 w 21556"/>
                  <a:gd name="connsiteY9-188" fmla="*/ 21221 h 21378"/>
                  <a:gd name="connsiteX10-189" fmla="*/ 392 w 21556"/>
                  <a:gd name="connsiteY10-190" fmla="*/ 21370 h 21378"/>
                  <a:gd name="connsiteX11-191" fmla="*/ 12498 w 21556"/>
                  <a:gd name="connsiteY11-192" fmla="*/ 21370 h 21378"/>
                  <a:gd name="connsiteX12-193" fmla="*/ 13012 w 21556"/>
                  <a:gd name="connsiteY12-194" fmla="*/ 21275 h 21378"/>
                  <a:gd name="connsiteX13-195" fmla="*/ 13507 w 21556"/>
                  <a:gd name="connsiteY13-196" fmla="*/ 20916 h 21378"/>
                  <a:gd name="connsiteX14-197" fmla="*/ 13992 w 21556"/>
                  <a:gd name="connsiteY14-198" fmla="*/ 20421 h 21378"/>
                  <a:gd name="connsiteX15-199" fmla="*/ 17966 w 21556"/>
                  <a:gd name="connsiteY15-200" fmla="*/ 15517 h 21378"/>
                  <a:gd name="connsiteX16-201" fmla="*/ 19953 w 21556"/>
                  <a:gd name="connsiteY16-202" fmla="*/ 13065 h 21378"/>
                  <a:gd name="connsiteX17-203" fmla="*/ 20946 w 21556"/>
                  <a:gd name="connsiteY17-204" fmla="*/ 11839 h 21378"/>
                  <a:gd name="connsiteX18-205" fmla="*/ 21404 w 21556"/>
                  <a:gd name="connsiteY18-206" fmla="*/ 11250 h 21378"/>
                  <a:gd name="connsiteX19-207" fmla="*/ 21553 w 21556"/>
                  <a:gd name="connsiteY19-208" fmla="*/ 10512 h 21378"/>
                  <a:gd name="connsiteX20-209" fmla="*/ 21354 w 21556"/>
                  <a:gd name="connsiteY20-210" fmla="*/ 9894 h 21378"/>
                  <a:gd name="connsiteX21-211" fmla="*/ 20946 w 21556"/>
                  <a:gd name="connsiteY21-212" fmla="*/ 9384 h 21378"/>
                  <a:gd name="connsiteX22-213" fmla="*/ 19953 w 21556"/>
                  <a:gd name="connsiteY22-214" fmla="*/ 8154 h 21378"/>
                  <a:gd name="connsiteX23-215" fmla="*/ 17966 w 21556"/>
                  <a:gd name="connsiteY23-216" fmla="*/ 5695 h 21378"/>
                  <a:gd name="connsiteX24-217" fmla="*/ 13992 w 21556"/>
                  <a:gd name="connsiteY24-218" fmla="*/ 777 h 21378"/>
                  <a:gd name="connsiteX25-219" fmla="*/ 13507 w 21556"/>
                  <a:gd name="connsiteY25-220" fmla="*/ 289 h 21378"/>
                  <a:gd name="connsiteX0-221" fmla="*/ 13992 w 21556"/>
                  <a:gd name="connsiteY0-222" fmla="*/ 1 h 20602"/>
                  <a:gd name="connsiteX1-223" fmla="*/ 4141 w 21556"/>
                  <a:gd name="connsiteY1-224" fmla="*/ 4842 h 20602"/>
                  <a:gd name="connsiteX2-225" fmla="*/ 6171 w 21556"/>
                  <a:gd name="connsiteY2-226" fmla="*/ 7361 h 20602"/>
                  <a:gd name="connsiteX3-227" fmla="*/ 7562 w 21556"/>
                  <a:gd name="connsiteY3-228" fmla="*/ 8989 h 20602"/>
                  <a:gd name="connsiteX4-229" fmla="*/ 7792 w 21556"/>
                  <a:gd name="connsiteY4-230" fmla="*/ 9594 h 20602"/>
                  <a:gd name="connsiteX5-231" fmla="*/ 7572 w 21556"/>
                  <a:gd name="connsiteY5-232" fmla="*/ 10639 h 20602"/>
                  <a:gd name="connsiteX6-233" fmla="*/ 6171 w 21556"/>
                  <a:gd name="connsiteY6-234" fmla="*/ 12370 h 20602"/>
                  <a:gd name="connsiteX7-235" fmla="*/ 4141 w 21556"/>
                  <a:gd name="connsiteY7-236" fmla="*/ 14860 h 20602"/>
                  <a:gd name="connsiteX8-237" fmla="*/ 81 w 21556"/>
                  <a:gd name="connsiteY8-238" fmla="*/ 19841 h 20602"/>
                  <a:gd name="connsiteX9-239" fmla="*/ 81 w 21556"/>
                  <a:gd name="connsiteY9-240" fmla="*/ 20445 h 20602"/>
                  <a:gd name="connsiteX10-241" fmla="*/ 392 w 21556"/>
                  <a:gd name="connsiteY10-242" fmla="*/ 20594 h 20602"/>
                  <a:gd name="connsiteX11-243" fmla="*/ 12498 w 21556"/>
                  <a:gd name="connsiteY11-244" fmla="*/ 20594 h 20602"/>
                  <a:gd name="connsiteX12-245" fmla="*/ 13012 w 21556"/>
                  <a:gd name="connsiteY12-246" fmla="*/ 20499 h 20602"/>
                  <a:gd name="connsiteX13-247" fmla="*/ 13507 w 21556"/>
                  <a:gd name="connsiteY13-248" fmla="*/ 20140 h 20602"/>
                  <a:gd name="connsiteX14-249" fmla="*/ 13992 w 21556"/>
                  <a:gd name="connsiteY14-250" fmla="*/ 19645 h 20602"/>
                  <a:gd name="connsiteX15-251" fmla="*/ 17966 w 21556"/>
                  <a:gd name="connsiteY15-252" fmla="*/ 14741 h 20602"/>
                  <a:gd name="connsiteX16-253" fmla="*/ 19953 w 21556"/>
                  <a:gd name="connsiteY16-254" fmla="*/ 12289 h 20602"/>
                  <a:gd name="connsiteX17-255" fmla="*/ 20946 w 21556"/>
                  <a:gd name="connsiteY17-256" fmla="*/ 11063 h 20602"/>
                  <a:gd name="connsiteX18-257" fmla="*/ 21404 w 21556"/>
                  <a:gd name="connsiteY18-258" fmla="*/ 10474 h 20602"/>
                  <a:gd name="connsiteX19-259" fmla="*/ 21553 w 21556"/>
                  <a:gd name="connsiteY19-260" fmla="*/ 9736 h 20602"/>
                  <a:gd name="connsiteX20-261" fmla="*/ 21354 w 21556"/>
                  <a:gd name="connsiteY20-262" fmla="*/ 9118 h 20602"/>
                  <a:gd name="connsiteX21-263" fmla="*/ 20946 w 21556"/>
                  <a:gd name="connsiteY21-264" fmla="*/ 8608 h 20602"/>
                  <a:gd name="connsiteX22-265" fmla="*/ 19953 w 21556"/>
                  <a:gd name="connsiteY22-266" fmla="*/ 7378 h 20602"/>
                  <a:gd name="connsiteX23-267" fmla="*/ 17966 w 21556"/>
                  <a:gd name="connsiteY23-268" fmla="*/ 4919 h 20602"/>
                  <a:gd name="connsiteX24-269" fmla="*/ 13992 w 21556"/>
                  <a:gd name="connsiteY24-270" fmla="*/ 1 h 20602"/>
                  <a:gd name="connsiteX0-271" fmla="*/ 17966 w 21556"/>
                  <a:gd name="connsiteY0-272" fmla="*/ 77 h 15760"/>
                  <a:gd name="connsiteX1-273" fmla="*/ 4141 w 21556"/>
                  <a:gd name="connsiteY1-274" fmla="*/ 0 h 15760"/>
                  <a:gd name="connsiteX2-275" fmla="*/ 6171 w 21556"/>
                  <a:gd name="connsiteY2-276" fmla="*/ 2519 h 15760"/>
                  <a:gd name="connsiteX3-277" fmla="*/ 7562 w 21556"/>
                  <a:gd name="connsiteY3-278" fmla="*/ 4147 h 15760"/>
                  <a:gd name="connsiteX4-279" fmla="*/ 7792 w 21556"/>
                  <a:gd name="connsiteY4-280" fmla="*/ 4752 h 15760"/>
                  <a:gd name="connsiteX5-281" fmla="*/ 7572 w 21556"/>
                  <a:gd name="connsiteY5-282" fmla="*/ 5797 h 15760"/>
                  <a:gd name="connsiteX6-283" fmla="*/ 6171 w 21556"/>
                  <a:gd name="connsiteY6-284" fmla="*/ 7528 h 15760"/>
                  <a:gd name="connsiteX7-285" fmla="*/ 4141 w 21556"/>
                  <a:gd name="connsiteY7-286" fmla="*/ 10018 h 15760"/>
                  <a:gd name="connsiteX8-287" fmla="*/ 81 w 21556"/>
                  <a:gd name="connsiteY8-288" fmla="*/ 14999 h 15760"/>
                  <a:gd name="connsiteX9-289" fmla="*/ 81 w 21556"/>
                  <a:gd name="connsiteY9-290" fmla="*/ 15603 h 15760"/>
                  <a:gd name="connsiteX10-291" fmla="*/ 392 w 21556"/>
                  <a:gd name="connsiteY10-292" fmla="*/ 15752 h 15760"/>
                  <a:gd name="connsiteX11-293" fmla="*/ 12498 w 21556"/>
                  <a:gd name="connsiteY11-294" fmla="*/ 15752 h 15760"/>
                  <a:gd name="connsiteX12-295" fmla="*/ 13012 w 21556"/>
                  <a:gd name="connsiteY12-296" fmla="*/ 15657 h 15760"/>
                  <a:gd name="connsiteX13-297" fmla="*/ 13507 w 21556"/>
                  <a:gd name="connsiteY13-298" fmla="*/ 15298 h 15760"/>
                  <a:gd name="connsiteX14-299" fmla="*/ 13992 w 21556"/>
                  <a:gd name="connsiteY14-300" fmla="*/ 14803 h 15760"/>
                  <a:gd name="connsiteX15-301" fmla="*/ 17966 w 21556"/>
                  <a:gd name="connsiteY15-302" fmla="*/ 9899 h 15760"/>
                  <a:gd name="connsiteX16-303" fmla="*/ 19953 w 21556"/>
                  <a:gd name="connsiteY16-304" fmla="*/ 7447 h 15760"/>
                  <a:gd name="connsiteX17-305" fmla="*/ 20946 w 21556"/>
                  <a:gd name="connsiteY17-306" fmla="*/ 6221 h 15760"/>
                  <a:gd name="connsiteX18-307" fmla="*/ 21404 w 21556"/>
                  <a:gd name="connsiteY18-308" fmla="*/ 5632 h 15760"/>
                  <a:gd name="connsiteX19-309" fmla="*/ 21553 w 21556"/>
                  <a:gd name="connsiteY19-310" fmla="*/ 4894 h 15760"/>
                  <a:gd name="connsiteX20-311" fmla="*/ 21354 w 21556"/>
                  <a:gd name="connsiteY20-312" fmla="*/ 4276 h 15760"/>
                  <a:gd name="connsiteX21-313" fmla="*/ 20946 w 21556"/>
                  <a:gd name="connsiteY21-314" fmla="*/ 3766 h 15760"/>
                  <a:gd name="connsiteX22-315" fmla="*/ 19953 w 21556"/>
                  <a:gd name="connsiteY22-316" fmla="*/ 2536 h 15760"/>
                  <a:gd name="connsiteX23-317" fmla="*/ 17966 w 21556"/>
                  <a:gd name="connsiteY23-318" fmla="*/ 77 h 15760"/>
                  <a:gd name="connsiteX0-319" fmla="*/ 17966 w 21556"/>
                  <a:gd name="connsiteY0-320" fmla="*/ 0 h 15683"/>
                  <a:gd name="connsiteX1-321" fmla="*/ 6171 w 21556"/>
                  <a:gd name="connsiteY1-322" fmla="*/ 2442 h 15683"/>
                  <a:gd name="connsiteX2-323" fmla="*/ 7562 w 21556"/>
                  <a:gd name="connsiteY2-324" fmla="*/ 4070 h 15683"/>
                  <a:gd name="connsiteX3-325" fmla="*/ 7792 w 21556"/>
                  <a:gd name="connsiteY3-326" fmla="*/ 4675 h 15683"/>
                  <a:gd name="connsiteX4-327" fmla="*/ 7572 w 21556"/>
                  <a:gd name="connsiteY4-328" fmla="*/ 5720 h 15683"/>
                  <a:gd name="connsiteX5-329" fmla="*/ 6171 w 21556"/>
                  <a:gd name="connsiteY5-330" fmla="*/ 7451 h 15683"/>
                  <a:gd name="connsiteX6-331" fmla="*/ 4141 w 21556"/>
                  <a:gd name="connsiteY6-332" fmla="*/ 9941 h 15683"/>
                  <a:gd name="connsiteX7-333" fmla="*/ 81 w 21556"/>
                  <a:gd name="connsiteY7-334" fmla="*/ 14922 h 15683"/>
                  <a:gd name="connsiteX8-335" fmla="*/ 81 w 21556"/>
                  <a:gd name="connsiteY8-336" fmla="*/ 15526 h 15683"/>
                  <a:gd name="connsiteX9-337" fmla="*/ 392 w 21556"/>
                  <a:gd name="connsiteY9-338" fmla="*/ 15675 h 15683"/>
                  <a:gd name="connsiteX10-339" fmla="*/ 12498 w 21556"/>
                  <a:gd name="connsiteY10-340" fmla="*/ 15675 h 15683"/>
                  <a:gd name="connsiteX11-341" fmla="*/ 13012 w 21556"/>
                  <a:gd name="connsiteY11-342" fmla="*/ 15580 h 15683"/>
                  <a:gd name="connsiteX12-343" fmla="*/ 13507 w 21556"/>
                  <a:gd name="connsiteY12-344" fmla="*/ 15221 h 15683"/>
                  <a:gd name="connsiteX13-345" fmla="*/ 13992 w 21556"/>
                  <a:gd name="connsiteY13-346" fmla="*/ 14726 h 15683"/>
                  <a:gd name="connsiteX14-347" fmla="*/ 17966 w 21556"/>
                  <a:gd name="connsiteY14-348" fmla="*/ 9822 h 15683"/>
                  <a:gd name="connsiteX15-349" fmla="*/ 19953 w 21556"/>
                  <a:gd name="connsiteY15-350" fmla="*/ 7370 h 15683"/>
                  <a:gd name="connsiteX16-351" fmla="*/ 20946 w 21556"/>
                  <a:gd name="connsiteY16-352" fmla="*/ 6144 h 15683"/>
                  <a:gd name="connsiteX17-353" fmla="*/ 21404 w 21556"/>
                  <a:gd name="connsiteY17-354" fmla="*/ 5555 h 15683"/>
                  <a:gd name="connsiteX18-355" fmla="*/ 21553 w 21556"/>
                  <a:gd name="connsiteY18-356" fmla="*/ 4817 h 15683"/>
                  <a:gd name="connsiteX19-357" fmla="*/ 21354 w 21556"/>
                  <a:gd name="connsiteY19-358" fmla="*/ 4199 h 15683"/>
                  <a:gd name="connsiteX20-359" fmla="*/ 20946 w 21556"/>
                  <a:gd name="connsiteY20-360" fmla="*/ 3689 h 15683"/>
                  <a:gd name="connsiteX21-361" fmla="*/ 19953 w 21556"/>
                  <a:gd name="connsiteY21-362" fmla="*/ 2459 h 15683"/>
                  <a:gd name="connsiteX22-363" fmla="*/ 17966 w 21556"/>
                  <a:gd name="connsiteY22-364" fmla="*/ 0 h 15683"/>
                  <a:gd name="connsiteX0-365" fmla="*/ 17966 w 21556"/>
                  <a:gd name="connsiteY0-366" fmla="*/ 0 h 15683"/>
                  <a:gd name="connsiteX1-367" fmla="*/ 7562 w 21556"/>
                  <a:gd name="connsiteY1-368" fmla="*/ 4070 h 15683"/>
                  <a:gd name="connsiteX2-369" fmla="*/ 7792 w 21556"/>
                  <a:gd name="connsiteY2-370" fmla="*/ 4675 h 15683"/>
                  <a:gd name="connsiteX3-371" fmla="*/ 7572 w 21556"/>
                  <a:gd name="connsiteY3-372" fmla="*/ 5720 h 15683"/>
                  <a:gd name="connsiteX4-373" fmla="*/ 6171 w 21556"/>
                  <a:gd name="connsiteY4-374" fmla="*/ 7451 h 15683"/>
                  <a:gd name="connsiteX5-375" fmla="*/ 4141 w 21556"/>
                  <a:gd name="connsiteY5-376" fmla="*/ 9941 h 15683"/>
                  <a:gd name="connsiteX6-377" fmla="*/ 81 w 21556"/>
                  <a:gd name="connsiteY6-378" fmla="*/ 14922 h 15683"/>
                  <a:gd name="connsiteX7-379" fmla="*/ 81 w 21556"/>
                  <a:gd name="connsiteY7-380" fmla="*/ 15526 h 15683"/>
                  <a:gd name="connsiteX8-381" fmla="*/ 392 w 21556"/>
                  <a:gd name="connsiteY8-382" fmla="*/ 15675 h 15683"/>
                  <a:gd name="connsiteX9-383" fmla="*/ 12498 w 21556"/>
                  <a:gd name="connsiteY9-384" fmla="*/ 15675 h 15683"/>
                  <a:gd name="connsiteX10-385" fmla="*/ 13012 w 21556"/>
                  <a:gd name="connsiteY10-386" fmla="*/ 15580 h 15683"/>
                  <a:gd name="connsiteX11-387" fmla="*/ 13507 w 21556"/>
                  <a:gd name="connsiteY11-388" fmla="*/ 15221 h 15683"/>
                  <a:gd name="connsiteX12-389" fmla="*/ 13992 w 21556"/>
                  <a:gd name="connsiteY12-390" fmla="*/ 14726 h 15683"/>
                  <a:gd name="connsiteX13-391" fmla="*/ 17966 w 21556"/>
                  <a:gd name="connsiteY13-392" fmla="*/ 9822 h 15683"/>
                  <a:gd name="connsiteX14-393" fmla="*/ 19953 w 21556"/>
                  <a:gd name="connsiteY14-394" fmla="*/ 7370 h 15683"/>
                  <a:gd name="connsiteX15-395" fmla="*/ 20946 w 21556"/>
                  <a:gd name="connsiteY15-396" fmla="*/ 6144 h 15683"/>
                  <a:gd name="connsiteX16-397" fmla="*/ 21404 w 21556"/>
                  <a:gd name="connsiteY16-398" fmla="*/ 5555 h 15683"/>
                  <a:gd name="connsiteX17-399" fmla="*/ 21553 w 21556"/>
                  <a:gd name="connsiteY17-400" fmla="*/ 4817 h 15683"/>
                  <a:gd name="connsiteX18-401" fmla="*/ 21354 w 21556"/>
                  <a:gd name="connsiteY18-402" fmla="*/ 4199 h 15683"/>
                  <a:gd name="connsiteX19-403" fmla="*/ 20946 w 21556"/>
                  <a:gd name="connsiteY19-404" fmla="*/ 3689 h 15683"/>
                  <a:gd name="connsiteX20-405" fmla="*/ 19953 w 21556"/>
                  <a:gd name="connsiteY20-406" fmla="*/ 2459 h 15683"/>
                  <a:gd name="connsiteX21-407" fmla="*/ 17966 w 21556"/>
                  <a:gd name="connsiteY21-408" fmla="*/ 0 h 15683"/>
                  <a:gd name="connsiteX0-409" fmla="*/ 19953 w 21556"/>
                  <a:gd name="connsiteY0-410" fmla="*/ 0 h 13224"/>
                  <a:gd name="connsiteX1-411" fmla="*/ 7562 w 21556"/>
                  <a:gd name="connsiteY1-412" fmla="*/ 1611 h 13224"/>
                  <a:gd name="connsiteX2-413" fmla="*/ 7792 w 21556"/>
                  <a:gd name="connsiteY2-414" fmla="*/ 2216 h 13224"/>
                  <a:gd name="connsiteX3-415" fmla="*/ 7572 w 21556"/>
                  <a:gd name="connsiteY3-416" fmla="*/ 3261 h 13224"/>
                  <a:gd name="connsiteX4-417" fmla="*/ 6171 w 21556"/>
                  <a:gd name="connsiteY4-418" fmla="*/ 4992 h 13224"/>
                  <a:gd name="connsiteX5-419" fmla="*/ 4141 w 21556"/>
                  <a:gd name="connsiteY5-420" fmla="*/ 7482 h 13224"/>
                  <a:gd name="connsiteX6-421" fmla="*/ 81 w 21556"/>
                  <a:gd name="connsiteY6-422" fmla="*/ 12463 h 13224"/>
                  <a:gd name="connsiteX7-423" fmla="*/ 81 w 21556"/>
                  <a:gd name="connsiteY7-424" fmla="*/ 13067 h 13224"/>
                  <a:gd name="connsiteX8-425" fmla="*/ 392 w 21556"/>
                  <a:gd name="connsiteY8-426" fmla="*/ 13216 h 13224"/>
                  <a:gd name="connsiteX9-427" fmla="*/ 12498 w 21556"/>
                  <a:gd name="connsiteY9-428" fmla="*/ 13216 h 13224"/>
                  <a:gd name="connsiteX10-429" fmla="*/ 13012 w 21556"/>
                  <a:gd name="connsiteY10-430" fmla="*/ 13121 h 13224"/>
                  <a:gd name="connsiteX11-431" fmla="*/ 13507 w 21556"/>
                  <a:gd name="connsiteY11-432" fmla="*/ 12762 h 13224"/>
                  <a:gd name="connsiteX12-433" fmla="*/ 13992 w 21556"/>
                  <a:gd name="connsiteY12-434" fmla="*/ 12267 h 13224"/>
                  <a:gd name="connsiteX13-435" fmla="*/ 17966 w 21556"/>
                  <a:gd name="connsiteY13-436" fmla="*/ 7363 h 13224"/>
                  <a:gd name="connsiteX14-437" fmla="*/ 19953 w 21556"/>
                  <a:gd name="connsiteY14-438" fmla="*/ 4911 h 13224"/>
                  <a:gd name="connsiteX15-439" fmla="*/ 20946 w 21556"/>
                  <a:gd name="connsiteY15-440" fmla="*/ 3685 h 13224"/>
                  <a:gd name="connsiteX16-441" fmla="*/ 21404 w 21556"/>
                  <a:gd name="connsiteY16-442" fmla="*/ 3096 h 13224"/>
                  <a:gd name="connsiteX17-443" fmla="*/ 21553 w 21556"/>
                  <a:gd name="connsiteY17-444" fmla="*/ 2358 h 13224"/>
                  <a:gd name="connsiteX18-445" fmla="*/ 21354 w 21556"/>
                  <a:gd name="connsiteY18-446" fmla="*/ 1740 h 13224"/>
                  <a:gd name="connsiteX19-447" fmla="*/ 20946 w 21556"/>
                  <a:gd name="connsiteY19-448" fmla="*/ 1230 h 13224"/>
                  <a:gd name="connsiteX20-449" fmla="*/ 19953 w 21556"/>
                  <a:gd name="connsiteY20-450" fmla="*/ 0 h 13224"/>
                  <a:gd name="connsiteX0-451" fmla="*/ 19953 w 21556"/>
                  <a:gd name="connsiteY0-452" fmla="*/ 0 h 13224"/>
                  <a:gd name="connsiteX1-453" fmla="*/ 7562 w 21556"/>
                  <a:gd name="connsiteY1-454" fmla="*/ 1611 h 13224"/>
                  <a:gd name="connsiteX2-455" fmla="*/ 7792 w 21556"/>
                  <a:gd name="connsiteY2-456" fmla="*/ 2216 h 13224"/>
                  <a:gd name="connsiteX3-457" fmla="*/ 7613 w 21556"/>
                  <a:gd name="connsiteY3-458" fmla="*/ 1590 h 13224"/>
                  <a:gd name="connsiteX4-459" fmla="*/ 7572 w 21556"/>
                  <a:gd name="connsiteY4-460" fmla="*/ 3261 h 13224"/>
                  <a:gd name="connsiteX5-461" fmla="*/ 6171 w 21556"/>
                  <a:gd name="connsiteY5-462" fmla="*/ 4992 h 13224"/>
                  <a:gd name="connsiteX6-463" fmla="*/ 4141 w 21556"/>
                  <a:gd name="connsiteY6-464" fmla="*/ 7482 h 13224"/>
                  <a:gd name="connsiteX7-465" fmla="*/ 81 w 21556"/>
                  <a:gd name="connsiteY7-466" fmla="*/ 12463 h 13224"/>
                  <a:gd name="connsiteX8-467" fmla="*/ 81 w 21556"/>
                  <a:gd name="connsiteY8-468" fmla="*/ 13067 h 13224"/>
                  <a:gd name="connsiteX9-469" fmla="*/ 392 w 21556"/>
                  <a:gd name="connsiteY9-470" fmla="*/ 13216 h 13224"/>
                  <a:gd name="connsiteX10-471" fmla="*/ 12498 w 21556"/>
                  <a:gd name="connsiteY10-472" fmla="*/ 13216 h 13224"/>
                  <a:gd name="connsiteX11-473" fmla="*/ 13012 w 21556"/>
                  <a:gd name="connsiteY11-474" fmla="*/ 13121 h 13224"/>
                  <a:gd name="connsiteX12-475" fmla="*/ 13507 w 21556"/>
                  <a:gd name="connsiteY12-476" fmla="*/ 12762 h 13224"/>
                  <a:gd name="connsiteX13-477" fmla="*/ 13992 w 21556"/>
                  <a:gd name="connsiteY13-478" fmla="*/ 12267 h 13224"/>
                  <a:gd name="connsiteX14-479" fmla="*/ 17966 w 21556"/>
                  <a:gd name="connsiteY14-480" fmla="*/ 7363 h 13224"/>
                  <a:gd name="connsiteX15-481" fmla="*/ 19953 w 21556"/>
                  <a:gd name="connsiteY15-482" fmla="*/ 4911 h 13224"/>
                  <a:gd name="connsiteX16-483" fmla="*/ 20946 w 21556"/>
                  <a:gd name="connsiteY16-484" fmla="*/ 3685 h 13224"/>
                  <a:gd name="connsiteX17-485" fmla="*/ 21404 w 21556"/>
                  <a:gd name="connsiteY17-486" fmla="*/ 3096 h 13224"/>
                  <a:gd name="connsiteX18-487" fmla="*/ 21553 w 21556"/>
                  <a:gd name="connsiteY18-488" fmla="*/ 2358 h 13224"/>
                  <a:gd name="connsiteX19-489" fmla="*/ 21354 w 21556"/>
                  <a:gd name="connsiteY19-490" fmla="*/ 1740 h 13224"/>
                  <a:gd name="connsiteX20-491" fmla="*/ 20946 w 21556"/>
                  <a:gd name="connsiteY20-492" fmla="*/ 1230 h 13224"/>
                  <a:gd name="connsiteX21-493" fmla="*/ 19953 w 21556"/>
                  <a:gd name="connsiteY21-494" fmla="*/ 0 h 13224"/>
                  <a:gd name="connsiteX0-495" fmla="*/ 19953 w 21556"/>
                  <a:gd name="connsiteY0-496" fmla="*/ 0 h 13224"/>
                  <a:gd name="connsiteX1-497" fmla="*/ 7562 w 21556"/>
                  <a:gd name="connsiteY1-498" fmla="*/ 1611 h 13224"/>
                  <a:gd name="connsiteX2-499" fmla="*/ 7792 w 21556"/>
                  <a:gd name="connsiteY2-500" fmla="*/ 2216 h 13224"/>
                  <a:gd name="connsiteX3-501" fmla="*/ 7572 w 21556"/>
                  <a:gd name="connsiteY3-502" fmla="*/ 3261 h 13224"/>
                  <a:gd name="connsiteX4-503" fmla="*/ 6171 w 21556"/>
                  <a:gd name="connsiteY4-504" fmla="*/ 4992 h 13224"/>
                  <a:gd name="connsiteX5-505" fmla="*/ 4141 w 21556"/>
                  <a:gd name="connsiteY5-506" fmla="*/ 7482 h 13224"/>
                  <a:gd name="connsiteX6-507" fmla="*/ 81 w 21556"/>
                  <a:gd name="connsiteY6-508" fmla="*/ 12463 h 13224"/>
                  <a:gd name="connsiteX7-509" fmla="*/ 81 w 21556"/>
                  <a:gd name="connsiteY7-510" fmla="*/ 13067 h 13224"/>
                  <a:gd name="connsiteX8-511" fmla="*/ 392 w 21556"/>
                  <a:gd name="connsiteY8-512" fmla="*/ 13216 h 13224"/>
                  <a:gd name="connsiteX9-513" fmla="*/ 12498 w 21556"/>
                  <a:gd name="connsiteY9-514" fmla="*/ 13216 h 13224"/>
                  <a:gd name="connsiteX10-515" fmla="*/ 13012 w 21556"/>
                  <a:gd name="connsiteY10-516" fmla="*/ 13121 h 13224"/>
                  <a:gd name="connsiteX11-517" fmla="*/ 13507 w 21556"/>
                  <a:gd name="connsiteY11-518" fmla="*/ 12762 h 13224"/>
                  <a:gd name="connsiteX12-519" fmla="*/ 13992 w 21556"/>
                  <a:gd name="connsiteY12-520" fmla="*/ 12267 h 13224"/>
                  <a:gd name="connsiteX13-521" fmla="*/ 17966 w 21556"/>
                  <a:gd name="connsiteY13-522" fmla="*/ 7363 h 13224"/>
                  <a:gd name="connsiteX14-523" fmla="*/ 19953 w 21556"/>
                  <a:gd name="connsiteY14-524" fmla="*/ 4911 h 13224"/>
                  <a:gd name="connsiteX15-525" fmla="*/ 20946 w 21556"/>
                  <a:gd name="connsiteY15-526" fmla="*/ 3685 h 13224"/>
                  <a:gd name="connsiteX16-527" fmla="*/ 21404 w 21556"/>
                  <a:gd name="connsiteY16-528" fmla="*/ 3096 h 13224"/>
                  <a:gd name="connsiteX17-529" fmla="*/ 21553 w 21556"/>
                  <a:gd name="connsiteY17-530" fmla="*/ 2358 h 13224"/>
                  <a:gd name="connsiteX18-531" fmla="*/ 21354 w 21556"/>
                  <a:gd name="connsiteY18-532" fmla="*/ 1740 h 13224"/>
                  <a:gd name="connsiteX19-533" fmla="*/ 20946 w 21556"/>
                  <a:gd name="connsiteY19-534" fmla="*/ 1230 h 13224"/>
                  <a:gd name="connsiteX20-535" fmla="*/ 19953 w 21556"/>
                  <a:gd name="connsiteY20-536" fmla="*/ 0 h 13224"/>
                  <a:gd name="connsiteX0-537" fmla="*/ 19953 w 21556"/>
                  <a:gd name="connsiteY0-538" fmla="*/ 0 h 13224"/>
                  <a:gd name="connsiteX1-539" fmla="*/ 7792 w 21556"/>
                  <a:gd name="connsiteY1-540" fmla="*/ 2216 h 13224"/>
                  <a:gd name="connsiteX2-541" fmla="*/ 7572 w 21556"/>
                  <a:gd name="connsiteY2-542" fmla="*/ 3261 h 13224"/>
                  <a:gd name="connsiteX3-543" fmla="*/ 6171 w 21556"/>
                  <a:gd name="connsiteY3-544" fmla="*/ 4992 h 13224"/>
                  <a:gd name="connsiteX4-545" fmla="*/ 4141 w 21556"/>
                  <a:gd name="connsiteY4-546" fmla="*/ 7482 h 13224"/>
                  <a:gd name="connsiteX5-547" fmla="*/ 81 w 21556"/>
                  <a:gd name="connsiteY5-548" fmla="*/ 12463 h 13224"/>
                  <a:gd name="connsiteX6-549" fmla="*/ 81 w 21556"/>
                  <a:gd name="connsiteY6-550" fmla="*/ 13067 h 13224"/>
                  <a:gd name="connsiteX7-551" fmla="*/ 392 w 21556"/>
                  <a:gd name="connsiteY7-552" fmla="*/ 13216 h 13224"/>
                  <a:gd name="connsiteX8-553" fmla="*/ 12498 w 21556"/>
                  <a:gd name="connsiteY8-554" fmla="*/ 13216 h 13224"/>
                  <a:gd name="connsiteX9-555" fmla="*/ 13012 w 21556"/>
                  <a:gd name="connsiteY9-556" fmla="*/ 13121 h 13224"/>
                  <a:gd name="connsiteX10-557" fmla="*/ 13507 w 21556"/>
                  <a:gd name="connsiteY10-558" fmla="*/ 12762 h 13224"/>
                  <a:gd name="connsiteX11-559" fmla="*/ 13992 w 21556"/>
                  <a:gd name="connsiteY11-560" fmla="*/ 12267 h 13224"/>
                  <a:gd name="connsiteX12-561" fmla="*/ 17966 w 21556"/>
                  <a:gd name="connsiteY12-562" fmla="*/ 7363 h 13224"/>
                  <a:gd name="connsiteX13-563" fmla="*/ 19953 w 21556"/>
                  <a:gd name="connsiteY13-564" fmla="*/ 4911 h 13224"/>
                  <a:gd name="connsiteX14-565" fmla="*/ 20946 w 21556"/>
                  <a:gd name="connsiteY14-566" fmla="*/ 3685 h 13224"/>
                  <a:gd name="connsiteX15-567" fmla="*/ 21404 w 21556"/>
                  <a:gd name="connsiteY15-568" fmla="*/ 3096 h 13224"/>
                  <a:gd name="connsiteX16-569" fmla="*/ 21553 w 21556"/>
                  <a:gd name="connsiteY16-570" fmla="*/ 2358 h 13224"/>
                  <a:gd name="connsiteX17-571" fmla="*/ 21354 w 21556"/>
                  <a:gd name="connsiteY17-572" fmla="*/ 1740 h 13224"/>
                  <a:gd name="connsiteX18-573" fmla="*/ 20946 w 21556"/>
                  <a:gd name="connsiteY18-574" fmla="*/ 1230 h 13224"/>
                  <a:gd name="connsiteX19-575" fmla="*/ 19953 w 21556"/>
                  <a:gd name="connsiteY19-576" fmla="*/ 0 h 13224"/>
                  <a:gd name="connsiteX0-577" fmla="*/ 20946 w 21556"/>
                  <a:gd name="connsiteY0-578" fmla="*/ 0 h 11994"/>
                  <a:gd name="connsiteX1-579" fmla="*/ 7792 w 21556"/>
                  <a:gd name="connsiteY1-580" fmla="*/ 986 h 11994"/>
                  <a:gd name="connsiteX2-581" fmla="*/ 7572 w 21556"/>
                  <a:gd name="connsiteY2-582" fmla="*/ 2031 h 11994"/>
                  <a:gd name="connsiteX3-583" fmla="*/ 6171 w 21556"/>
                  <a:gd name="connsiteY3-584" fmla="*/ 3762 h 11994"/>
                  <a:gd name="connsiteX4-585" fmla="*/ 4141 w 21556"/>
                  <a:gd name="connsiteY4-586" fmla="*/ 6252 h 11994"/>
                  <a:gd name="connsiteX5-587" fmla="*/ 81 w 21556"/>
                  <a:gd name="connsiteY5-588" fmla="*/ 11233 h 11994"/>
                  <a:gd name="connsiteX6-589" fmla="*/ 81 w 21556"/>
                  <a:gd name="connsiteY6-590" fmla="*/ 11837 h 11994"/>
                  <a:gd name="connsiteX7-591" fmla="*/ 392 w 21556"/>
                  <a:gd name="connsiteY7-592" fmla="*/ 11986 h 11994"/>
                  <a:gd name="connsiteX8-593" fmla="*/ 12498 w 21556"/>
                  <a:gd name="connsiteY8-594" fmla="*/ 11986 h 11994"/>
                  <a:gd name="connsiteX9-595" fmla="*/ 13012 w 21556"/>
                  <a:gd name="connsiteY9-596" fmla="*/ 11891 h 11994"/>
                  <a:gd name="connsiteX10-597" fmla="*/ 13507 w 21556"/>
                  <a:gd name="connsiteY10-598" fmla="*/ 11532 h 11994"/>
                  <a:gd name="connsiteX11-599" fmla="*/ 13992 w 21556"/>
                  <a:gd name="connsiteY11-600" fmla="*/ 11037 h 11994"/>
                  <a:gd name="connsiteX12-601" fmla="*/ 17966 w 21556"/>
                  <a:gd name="connsiteY12-602" fmla="*/ 6133 h 11994"/>
                  <a:gd name="connsiteX13-603" fmla="*/ 19953 w 21556"/>
                  <a:gd name="connsiteY13-604" fmla="*/ 3681 h 11994"/>
                  <a:gd name="connsiteX14-605" fmla="*/ 20946 w 21556"/>
                  <a:gd name="connsiteY14-606" fmla="*/ 2455 h 11994"/>
                  <a:gd name="connsiteX15-607" fmla="*/ 21404 w 21556"/>
                  <a:gd name="connsiteY15-608" fmla="*/ 1866 h 11994"/>
                  <a:gd name="connsiteX16-609" fmla="*/ 21553 w 21556"/>
                  <a:gd name="connsiteY16-610" fmla="*/ 1128 h 11994"/>
                  <a:gd name="connsiteX17-611" fmla="*/ 21354 w 21556"/>
                  <a:gd name="connsiteY17-612" fmla="*/ 510 h 11994"/>
                  <a:gd name="connsiteX18-613" fmla="*/ 20946 w 21556"/>
                  <a:gd name="connsiteY18-614" fmla="*/ 0 h 11994"/>
                  <a:gd name="connsiteX0-615" fmla="*/ 21354 w 21556"/>
                  <a:gd name="connsiteY0-616" fmla="*/ 0 h 11484"/>
                  <a:gd name="connsiteX1-617" fmla="*/ 7792 w 21556"/>
                  <a:gd name="connsiteY1-618" fmla="*/ 476 h 11484"/>
                  <a:gd name="connsiteX2-619" fmla="*/ 7572 w 21556"/>
                  <a:gd name="connsiteY2-620" fmla="*/ 1521 h 11484"/>
                  <a:gd name="connsiteX3-621" fmla="*/ 6171 w 21556"/>
                  <a:gd name="connsiteY3-622" fmla="*/ 3252 h 11484"/>
                  <a:gd name="connsiteX4-623" fmla="*/ 4141 w 21556"/>
                  <a:gd name="connsiteY4-624" fmla="*/ 5742 h 11484"/>
                  <a:gd name="connsiteX5-625" fmla="*/ 81 w 21556"/>
                  <a:gd name="connsiteY5-626" fmla="*/ 10723 h 11484"/>
                  <a:gd name="connsiteX6-627" fmla="*/ 81 w 21556"/>
                  <a:gd name="connsiteY6-628" fmla="*/ 11327 h 11484"/>
                  <a:gd name="connsiteX7-629" fmla="*/ 392 w 21556"/>
                  <a:gd name="connsiteY7-630" fmla="*/ 11476 h 11484"/>
                  <a:gd name="connsiteX8-631" fmla="*/ 12498 w 21556"/>
                  <a:gd name="connsiteY8-632" fmla="*/ 11476 h 11484"/>
                  <a:gd name="connsiteX9-633" fmla="*/ 13012 w 21556"/>
                  <a:gd name="connsiteY9-634" fmla="*/ 11381 h 11484"/>
                  <a:gd name="connsiteX10-635" fmla="*/ 13507 w 21556"/>
                  <a:gd name="connsiteY10-636" fmla="*/ 11022 h 11484"/>
                  <a:gd name="connsiteX11-637" fmla="*/ 13992 w 21556"/>
                  <a:gd name="connsiteY11-638" fmla="*/ 10527 h 11484"/>
                  <a:gd name="connsiteX12-639" fmla="*/ 17966 w 21556"/>
                  <a:gd name="connsiteY12-640" fmla="*/ 5623 h 11484"/>
                  <a:gd name="connsiteX13-641" fmla="*/ 19953 w 21556"/>
                  <a:gd name="connsiteY13-642" fmla="*/ 3171 h 11484"/>
                  <a:gd name="connsiteX14-643" fmla="*/ 20946 w 21556"/>
                  <a:gd name="connsiteY14-644" fmla="*/ 1945 h 11484"/>
                  <a:gd name="connsiteX15-645" fmla="*/ 21404 w 21556"/>
                  <a:gd name="connsiteY15-646" fmla="*/ 1356 h 11484"/>
                  <a:gd name="connsiteX16-647" fmla="*/ 21553 w 21556"/>
                  <a:gd name="connsiteY16-648" fmla="*/ 618 h 11484"/>
                  <a:gd name="connsiteX17-649" fmla="*/ 21354 w 21556"/>
                  <a:gd name="connsiteY17-650" fmla="*/ 0 h 11484"/>
                  <a:gd name="connsiteX0-651" fmla="*/ 21553 w 21556"/>
                  <a:gd name="connsiteY0-652" fmla="*/ 206 h 11072"/>
                  <a:gd name="connsiteX1-653" fmla="*/ 7792 w 21556"/>
                  <a:gd name="connsiteY1-654" fmla="*/ 64 h 11072"/>
                  <a:gd name="connsiteX2-655" fmla="*/ 7572 w 21556"/>
                  <a:gd name="connsiteY2-656" fmla="*/ 1109 h 11072"/>
                  <a:gd name="connsiteX3-657" fmla="*/ 6171 w 21556"/>
                  <a:gd name="connsiteY3-658" fmla="*/ 2840 h 11072"/>
                  <a:gd name="connsiteX4-659" fmla="*/ 4141 w 21556"/>
                  <a:gd name="connsiteY4-660" fmla="*/ 5330 h 11072"/>
                  <a:gd name="connsiteX5-661" fmla="*/ 81 w 21556"/>
                  <a:gd name="connsiteY5-662" fmla="*/ 10311 h 11072"/>
                  <a:gd name="connsiteX6-663" fmla="*/ 81 w 21556"/>
                  <a:gd name="connsiteY6-664" fmla="*/ 10915 h 11072"/>
                  <a:gd name="connsiteX7-665" fmla="*/ 392 w 21556"/>
                  <a:gd name="connsiteY7-666" fmla="*/ 11064 h 11072"/>
                  <a:gd name="connsiteX8-667" fmla="*/ 12498 w 21556"/>
                  <a:gd name="connsiteY8-668" fmla="*/ 11064 h 11072"/>
                  <a:gd name="connsiteX9-669" fmla="*/ 13012 w 21556"/>
                  <a:gd name="connsiteY9-670" fmla="*/ 10969 h 11072"/>
                  <a:gd name="connsiteX10-671" fmla="*/ 13507 w 21556"/>
                  <a:gd name="connsiteY10-672" fmla="*/ 10610 h 11072"/>
                  <a:gd name="connsiteX11-673" fmla="*/ 13992 w 21556"/>
                  <a:gd name="connsiteY11-674" fmla="*/ 10115 h 11072"/>
                  <a:gd name="connsiteX12-675" fmla="*/ 17966 w 21556"/>
                  <a:gd name="connsiteY12-676" fmla="*/ 5211 h 11072"/>
                  <a:gd name="connsiteX13-677" fmla="*/ 19953 w 21556"/>
                  <a:gd name="connsiteY13-678" fmla="*/ 2759 h 11072"/>
                  <a:gd name="connsiteX14-679" fmla="*/ 20946 w 21556"/>
                  <a:gd name="connsiteY14-680" fmla="*/ 1533 h 11072"/>
                  <a:gd name="connsiteX15-681" fmla="*/ 21404 w 21556"/>
                  <a:gd name="connsiteY15-682" fmla="*/ 944 h 11072"/>
                  <a:gd name="connsiteX16-683" fmla="*/ 21553 w 21556"/>
                  <a:gd name="connsiteY16-684" fmla="*/ 206 h 110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sp>
            <p:nvSpPr>
              <p:cNvPr id="28" name="iṡḻidé"/>
              <p:cNvSpPr/>
              <p:nvPr>
                <p:custDataLst>
                  <p:tags r:id="rId29"/>
                </p:custDataLst>
              </p:nvPr>
            </p:nvSpPr>
            <p:spPr bwMode="auto">
              <a:xfrm flipV="1">
                <a:off x="5731690" y="1747497"/>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1" fmla="*/ 12498 w 21556"/>
                  <a:gd name="connsiteY0-2" fmla="*/ 3 h 21546"/>
                  <a:gd name="connsiteX1-3" fmla="*/ 81 w 21556"/>
                  <a:gd name="connsiteY1-4" fmla="*/ 749 h 21546"/>
                  <a:gd name="connsiteX2-5" fmla="*/ 4141 w 21556"/>
                  <a:gd name="connsiteY2-6" fmla="*/ 5786 h 21546"/>
                  <a:gd name="connsiteX3-7" fmla="*/ 6171 w 21556"/>
                  <a:gd name="connsiteY3-8" fmla="*/ 8305 h 21546"/>
                  <a:gd name="connsiteX4-9" fmla="*/ 7562 w 21556"/>
                  <a:gd name="connsiteY4-10" fmla="*/ 9933 h 21546"/>
                  <a:gd name="connsiteX5-11" fmla="*/ 7792 w 21556"/>
                  <a:gd name="connsiteY5-12" fmla="*/ 10538 h 21546"/>
                  <a:gd name="connsiteX6-13" fmla="*/ 7572 w 21556"/>
                  <a:gd name="connsiteY6-14" fmla="*/ 11583 h 21546"/>
                  <a:gd name="connsiteX7-15" fmla="*/ 6171 w 21556"/>
                  <a:gd name="connsiteY7-16" fmla="*/ 13314 h 21546"/>
                  <a:gd name="connsiteX8-17" fmla="*/ 4141 w 21556"/>
                  <a:gd name="connsiteY8-18" fmla="*/ 15804 h 21546"/>
                  <a:gd name="connsiteX9-19" fmla="*/ 81 w 21556"/>
                  <a:gd name="connsiteY9-20" fmla="*/ 20785 h 21546"/>
                  <a:gd name="connsiteX10-21" fmla="*/ 81 w 21556"/>
                  <a:gd name="connsiteY10-22" fmla="*/ 21389 h 21546"/>
                  <a:gd name="connsiteX11-23" fmla="*/ 392 w 21556"/>
                  <a:gd name="connsiteY11-24" fmla="*/ 21538 h 21546"/>
                  <a:gd name="connsiteX12-25" fmla="*/ 12498 w 21556"/>
                  <a:gd name="connsiteY12-26" fmla="*/ 21538 h 21546"/>
                  <a:gd name="connsiteX13-27" fmla="*/ 13012 w 21556"/>
                  <a:gd name="connsiteY13-28" fmla="*/ 21443 h 21546"/>
                  <a:gd name="connsiteX14-29" fmla="*/ 13507 w 21556"/>
                  <a:gd name="connsiteY14-30" fmla="*/ 21084 h 21546"/>
                  <a:gd name="connsiteX15-31" fmla="*/ 13992 w 21556"/>
                  <a:gd name="connsiteY15-32" fmla="*/ 20589 h 21546"/>
                  <a:gd name="connsiteX16-33" fmla="*/ 17966 w 21556"/>
                  <a:gd name="connsiteY16-34" fmla="*/ 15685 h 21546"/>
                  <a:gd name="connsiteX17-35" fmla="*/ 19953 w 21556"/>
                  <a:gd name="connsiteY17-36" fmla="*/ 13233 h 21546"/>
                  <a:gd name="connsiteX18-37" fmla="*/ 20946 w 21556"/>
                  <a:gd name="connsiteY18-38" fmla="*/ 12007 h 21546"/>
                  <a:gd name="connsiteX19-39" fmla="*/ 21404 w 21556"/>
                  <a:gd name="connsiteY19-40" fmla="*/ 11418 h 21546"/>
                  <a:gd name="connsiteX20-41" fmla="*/ 21553 w 21556"/>
                  <a:gd name="connsiteY20-42" fmla="*/ 10680 h 21546"/>
                  <a:gd name="connsiteX21-43" fmla="*/ 21354 w 21556"/>
                  <a:gd name="connsiteY21-44" fmla="*/ 10062 h 21546"/>
                  <a:gd name="connsiteX22-45" fmla="*/ 20946 w 21556"/>
                  <a:gd name="connsiteY22-46" fmla="*/ 9552 h 21546"/>
                  <a:gd name="connsiteX23-47" fmla="*/ 19953 w 21556"/>
                  <a:gd name="connsiteY23-48" fmla="*/ 8322 h 21546"/>
                  <a:gd name="connsiteX24-49" fmla="*/ 17966 w 21556"/>
                  <a:gd name="connsiteY24-50" fmla="*/ 5863 h 21546"/>
                  <a:gd name="connsiteX25-51" fmla="*/ 13992 w 21556"/>
                  <a:gd name="connsiteY25-52" fmla="*/ 945 h 21546"/>
                  <a:gd name="connsiteX26-53" fmla="*/ 13507 w 21556"/>
                  <a:gd name="connsiteY26-54" fmla="*/ 457 h 21546"/>
                  <a:gd name="connsiteX27-55" fmla="*/ 13012 w 21556"/>
                  <a:gd name="connsiteY27-56" fmla="*/ 98 h 21546"/>
                  <a:gd name="connsiteX28-57" fmla="*/ 12498 w 21556"/>
                  <a:gd name="connsiteY28-58" fmla="*/ 3 h 21546"/>
                  <a:gd name="connsiteX0-59" fmla="*/ 12498 w 21556"/>
                  <a:gd name="connsiteY0-60" fmla="*/ 3 h 21546"/>
                  <a:gd name="connsiteX1-61" fmla="*/ 4141 w 21556"/>
                  <a:gd name="connsiteY1-62" fmla="*/ 5786 h 21546"/>
                  <a:gd name="connsiteX2-63" fmla="*/ 6171 w 21556"/>
                  <a:gd name="connsiteY2-64" fmla="*/ 8305 h 21546"/>
                  <a:gd name="connsiteX3-65" fmla="*/ 7562 w 21556"/>
                  <a:gd name="connsiteY3-66" fmla="*/ 9933 h 21546"/>
                  <a:gd name="connsiteX4-67" fmla="*/ 7792 w 21556"/>
                  <a:gd name="connsiteY4-68" fmla="*/ 10538 h 21546"/>
                  <a:gd name="connsiteX5-69" fmla="*/ 7572 w 21556"/>
                  <a:gd name="connsiteY5-70" fmla="*/ 11583 h 21546"/>
                  <a:gd name="connsiteX6-71" fmla="*/ 6171 w 21556"/>
                  <a:gd name="connsiteY6-72" fmla="*/ 13314 h 21546"/>
                  <a:gd name="connsiteX7-73" fmla="*/ 4141 w 21556"/>
                  <a:gd name="connsiteY7-74" fmla="*/ 15804 h 21546"/>
                  <a:gd name="connsiteX8-75" fmla="*/ 81 w 21556"/>
                  <a:gd name="connsiteY8-76" fmla="*/ 20785 h 21546"/>
                  <a:gd name="connsiteX9-77" fmla="*/ 81 w 21556"/>
                  <a:gd name="connsiteY9-78" fmla="*/ 21389 h 21546"/>
                  <a:gd name="connsiteX10-79" fmla="*/ 392 w 21556"/>
                  <a:gd name="connsiteY10-80" fmla="*/ 21538 h 21546"/>
                  <a:gd name="connsiteX11-81" fmla="*/ 12498 w 21556"/>
                  <a:gd name="connsiteY11-82" fmla="*/ 21538 h 21546"/>
                  <a:gd name="connsiteX12-83" fmla="*/ 13012 w 21556"/>
                  <a:gd name="connsiteY12-84" fmla="*/ 21443 h 21546"/>
                  <a:gd name="connsiteX13-85" fmla="*/ 13507 w 21556"/>
                  <a:gd name="connsiteY13-86" fmla="*/ 21084 h 21546"/>
                  <a:gd name="connsiteX14-87" fmla="*/ 13992 w 21556"/>
                  <a:gd name="connsiteY14-88" fmla="*/ 20589 h 21546"/>
                  <a:gd name="connsiteX15-89" fmla="*/ 17966 w 21556"/>
                  <a:gd name="connsiteY15-90" fmla="*/ 15685 h 21546"/>
                  <a:gd name="connsiteX16-91" fmla="*/ 19953 w 21556"/>
                  <a:gd name="connsiteY16-92" fmla="*/ 13233 h 21546"/>
                  <a:gd name="connsiteX17-93" fmla="*/ 20946 w 21556"/>
                  <a:gd name="connsiteY17-94" fmla="*/ 12007 h 21546"/>
                  <a:gd name="connsiteX18-95" fmla="*/ 21404 w 21556"/>
                  <a:gd name="connsiteY18-96" fmla="*/ 11418 h 21546"/>
                  <a:gd name="connsiteX19-97" fmla="*/ 21553 w 21556"/>
                  <a:gd name="connsiteY19-98" fmla="*/ 10680 h 21546"/>
                  <a:gd name="connsiteX20-99" fmla="*/ 21354 w 21556"/>
                  <a:gd name="connsiteY20-100" fmla="*/ 10062 h 21546"/>
                  <a:gd name="connsiteX21-101" fmla="*/ 20946 w 21556"/>
                  <a:gd name="connsiteY21-102" fmla="*/ 9552 h 21546"/>
                  <a:gd name="connsiteX22-103" fmla="*/ 19953 w 21556"/>
                  <a:gd name="connsiteY22-104" fmla="*/ 8322 h 21546"/>
                  <a:gd name="connsiteX23-105" fmla="*/ 17966 w 21556"/>
                  <a:gd name="connsiteY23-106" fmla="*/ 5863 h 21546"/>
                  <a:gd name="connsiteX24-107" fmla="*/ 13992 w 21556"/>
                  <a:gd name="connsiteY24-108" fmla="*/ 945 h 21546"/>
                  <a:gd name="connsiteX25-109" fmla="*/ 13507 w 21556"/>
                  <a:gd name="connsiteY25-110" fmla="*/ 457 h 21546"/>
                  <a:gd name="connsiteX26-111" fmla="*/ 13012 w 21556"/>
                  <a:gd name="connsiteY26-112" fmla="*/ 98 h 21546"/>
                  <a:gd name="connsiteX27-113" fmla="*/ 12498 w 21556"/>
                  <a:gd name="connsiteY27-114" fmla="*/ 3 h 21546"/>
                  <a:gd name="connsiteX0-115" fmla="*/ 13012 w 21556"/>
                  <a:gd name="connsiteY0-116" fmla="*/ 0 h 21448"/>
                  <a:gd name="connsiteX1-117" fmla="*/ 4141 w 21556"/>
                  <a:gd name="connsiteY1-118" fmla="*/ 5688 h 21448"/>
                  <a:gd name="connsiteX2-119" fmla="*/ 6171 w 21556"/>
                  <a:gd name="connsiteY2-120" fmla="*/ 8207 h 21448"/>
                  <a:gd name="connsiteX3-121" fmla="*/ 7562 w 21556"/>
                  <a:gd name="connsiteY3-122" fmla="*/ 9835 h 21448"/>
                  <a:gd name="connsiteX4-123" fmla="*/ 7792 w 21556"/>
                  <a:gd name="connsiteY4-124" fmla="*/ 10440 h 21448"/>
                  <a:gd name="connsiteX5-125" fmla="*/ 7572 w 21556"/>
                  <a:gd name="connsiteY5-126" fmla="*/ 11485 h 21448"/>
                  <a:gd name="connsiteX6-127" fmla="*/ 6171 w 21556"/>
                  <a:gd name="connsiteY6-128" fmla="*/ 13216 h 21448"/>
                  <a:gd name="connsiteX7-129" fmla="*/ 4141 w 21556"/>
                  <a:gd name="connsiteY7-130" fmla="*/ 15706 h 21448"/>
                  <a:gd name="connsiteX8-131" fmla="*/ 81 w 21556"/>
                  <a:gd name="connsiteY8-132" fmla="*/ 20687 h 21448"/>
                  <a:gd name="connsiteX9-133" fmla="*/ 81 w 21556"/>
                  <a:gd name="connsiteY9-134" fmla="*/ 21291 h 21448"/>
                  <a:gd name="connsiteX10-135" fmla="*/ 392 w 21556"/>
                  <a:gd name="connsiteY10-136" fmla="*/ 21440 h 21448"/>
                  <a:gd name="connsiteX11-137" fmla="*/ 12498 w 21556"/>
                  <a:gd name="connsiteY11-138" fmla="*/ 21440 h 21448"/>
                  <a:gd name="connsiteX12-139" fmla="*/ 13012 w 21556"/>
                  <a:gd name="connsiteY12-140" fmla="*/ 21345 h 21448"/>
                  <a:gd name="connsiteX13-141" fmla="*/ 13507 w 21556"/>
                  <a:gd name="connsiteY13-142" fmla="*/ 20986 h 21448"/>
                  <a:gd name="connsiteX14-143" fmla="*/ 13992 w 21556"/>
                  <a:gd name="connsiteY14-144" fmla="*/ 20491 h 21448"/>
                  <a:gd name="connsiteX15-145" fmla="*/ 17966 w 21556"/>
                  <a:gd name="connsiteY15-146" fmla="*/ 15587 h 21448"/>
                  <a:gd name="connsiteX16-147" fmla="*/ 19953 w 21556"/>
                  <a:gd name="connsiteY16-148" fmla="*/ 13135 h 21448"/>
                  <a:gd name="connsiteX17-149" fmla="*/ 20946 w 21556"/>
                  <a:gd name="connsiteY17-150" fmla="*/ 11909 h 21448"/>
                  <a:gd name="connsiteX18-151" fmla="*/ 21404 w 21556"/>
                  <a:gd name="connsiteY18-152" fmla="*/ 11320 h 21448"/>
                  <a:gd name="connsiteX19-153" fmla="*/ 21553 w 21556"/>
                  <a:gd name="connsiteY19-154" fmla="*/ 10582 h 21448"/>
                  <a:gd name="connsiteX20-155" fmla="*/ 21354 w 21556"/>
                  <a:gd name="connsiteY20-156" fmla="*/ 9964 h 21448"/>
                  <a:gd name="connsiteX21-157" fmla="*/ 20946 w 21556"/>
                  <a:gd name="connsiteY21-158" fmla="*/ 9454 h 21448"/>
                  <a:gd name="connsiteX22-159" fmla="*/ 19953 w 21556"/>
                  <a:gd name="connsiteY22-160" fmla="*/ 8224 h 21448"/>
                  <a:gd name="connsiteX23-161" fmla="*/ 17966 w 21556"/>
                  <a:gd name="connsiteY23-162" fmla="*/ 5765 h 21448"/>
                  <a:gd name="connsiteX24-163" fmla="*/ 13992 w 21556"/>
                  <a:gd name="connsiteY24-164" fmla="*/ 847 h 21448"/>
                  <a:gd name="connsiteX25-165" fmla="*/ 13507 w 21556"/>
                  <a:gd name="connsiteY25-166" fmla="*/ 359 h 21448"/>
                  <a:gd name="connsiteX26-167" fmla="*/ 13012 w 21556"/>
                  <a:gd name="connsiteY26-168" fmla="*/ 0 h 21448"/>
                  <a:gd name="connsiteX0-169" fmla="*/ 13507 w 21556"/>
                  <a:gd name="connsiteY0-170" fmla="*/ 289 h 21378"/>
                  <a:gd name="connsiteX1-171" fmla="*/ 4141 w 21556"/>
                  <a:gd name="connsiteY1-172" fmla="*/ 5618 h 21378"/>
                  <a:gd name="connsiteX2-173" fmla="*/ 6171 w 21556"/>
                  <a:gd name="connsiteY2-174" fmla="*/ 8137 h 21378"/>
                  <a:gd name="connsiteX3-175" fmla="*/ 7562 w 21556"/>
                  <a:gd name="connsiteY3-176" fmla="*/ 9765 h 21378"/>
                  <a:gd name="connsiteX4-177" fmla="*/ 7792 w 21556"/>
                  <a:gd name="connsiteY4-178" fmla="*/ 10370 h 21378"/>
                  <a:gd name="connsiteX5-179" fmla="*/ 7572 w 21556"/>
                  <a:gd name="connsiteY5-180" fmla="*/ 11415 h 21378"/>
                  <a:gd name="connsiteX6-181" fmla="*/ 6171 w 21556"/>
                  <a:gd name="connsiteY6-182" fmla="*/ 13146 h 21378"/>
                  <a:gd name="connsiteX7-183" fmla="*/ 4141 w 21556"/>
                  <a:gd name="connsiteY7-184" fmla="*/ 15636 h 21378"/>
                  <a:gd name="connsiteX8-185" fmla="*/ 81 w 21556"/>
                  <a:gd name="connsiteY8-186" fmla="*/ 20617 h 21378"/>
                  <a:gd name="connsiteX9-187" fmla="*/ 81 w 21556"/>
                  <a:gd name="connsiteY9-188" fmla="*/ 21221 h 21378"/>
                  <a:gd name="connsiteX10-189" fmla="*/ 392 w 21556"/>
                  <a:gd name="connsiteY10-190" fmla="*/ 21370 h 21378"/>
                  <a:gd name="connsiteX11-191" fmla="*/ 12498 w 21556"/>
                  <a:gd name="connsiteY11-192" fmla="*/ 21370 h 21378"/>
                  <a:gd name="connsiteX12-193" fmla="*/ 13012 w 21556"/>
                  <a:gd name="connsiteY12-194" fmla="*/ 21275 h 21378"/>
                  <a:gd name="connsiteX13-195" fmla="*/ 13507 w 21556"/>
                  <a:gd name="connsiteY13-196" fmla="*/ 20916 h 21378"/>
                  <a:gd name="connsiteX14-197" fmla="*/ 13992 w 21556"/>
                  <a:gd name="connsiteY14-198" fmla="*/ 20421 h 21378"/>
                  <a:gd name="connsiteX15-199" fmla="*/ 17966 w 21556"/>
                  <a:gd name="connsiteY15-200" fmla="*/ 15517 h 21378"/>
                  <a:gd name="connsiteX16-201" fmla="*/ 19953 w 21556"/>
                  <a:gd name="connsiteY16-202" fmla="*/ 13065 h 21378"/>
                  <a:gd name="connsiteX17-203" fmla="*/ 20946 w 21556"/>
                  <a:gd name="connsiteY17-204" fmla="*/ 11839 h 21378"/>
                  <a:gd name="connsiteX18-205" fmla="*/ 21404 w 21556"/>
                  <a:gd name="connsiteY18-206" fmla="*/ 11250 h 21378"/>
                  <a:gd name="connsiteX19-207" fmla="*/ 21553 w 21556"/>
                  <a:gd name="connsiteY19-208" fmla="*/ 10512 h 21378"/>
                  <a:gd name="connsiteX20-209" fmla="*/ 21354 w 21556"/>
                  <a:gd name="connsiteY20-210" fmla="*/ 9894 h 21378"/>
                  <a:gd name="connsiteX21-211" fmla="*/ 20946 w 21556"/>
                  <a:gd name="connsiteY21-212" fmla="*/ 9384 h 21378"/>
                  <a:gd name="connsiteX22-213" fmla="*/ 19953 w 21556"/>
                  <a:gd name="connsiteY22-214" fmla="*/ 8154 h 21378"/>
                  <a:gd name="connsiteX23-215" fmla="*/ 17966 w 21556"/>
                  <a:gd name="connsiteY23-216" fmla="*/ 5695 h 21378"/>
                  <a:gd name="connsiteX24-217" fmla="*/ 13992 w 21556"/>
                  <a:gd name="connsiteY24-218" fmla="*/ 777 h 21378"/>
                  <a:gd name="connsiteX25-219" fmla="*/ 13507 w 21556"/>
                  <a:gd name="connsiteY25-220" fmla="*/ 289 h 21378"/>
                  <a:gd name="connsiteX0-221" fmla="*/ 13992 w 21556"/>
                  <a:gd name="connsiteY0-222" fmla="*/ 1 h 20602"/>
                  <a:gd name="connsiteX1-223" fmla="*/ 4141 w 21556"/>
                  <a:gd name="connsiteY1-224" fmla="*/ 4842 h 20602"/>
                  <a:gd name="connsiteX2-225" fmla="*/ 6171 w 21556"/>
                  <a:gd name="connsiteY2-226" fmla="*/ 7361 h 20602"/>
                  <a:gd name="connsiteX3-227" fmla="*/ 7562 w 21556"/>
                  <a:gd name="connsiteY3-228" fmla="*/ 8989 h 20602"/>
                  <a:gd name="connsiteX4-229" fmla="*/ 7792 w 21556"/>
                  <a:gd name="connsiteY4-230" fmla="*/ 9594 h 20602"/>
                  <a:gd name="connsiteX5-231" fmla="*/ 7572 w 21556"/>
                  <a:gd name="connsiteY5-232" fmla="*/ 10639 h 20602"/>
                  <a:gd name="connsiteX6-233" fmla="*/ 6171 w 21556"/>
                  <a:gd name="connsiteY6-234" fmla="*/ 12370 h 20602"/>
                  <a:gd name="connsiteX7-235" fmla="*/ 4141 w 21556"/>
                  <a:gd name="connsiteY7-236" fmla="*/ 14860 h 20602"/>
                  <a:gd name="connsiteX8-237" fmla="*/ 81 w 21556"/>
                  <a:gd name="connsiteY8-238" fmla="*/ 19841 h 20602"/>
                  <a:gd name="connsiteX9-239" fmla="*/ 81 w 21556"/>
                  <a:gd name="connsiteY9-240" fmla="*/ 20445 h 20602"/>
                  <a:gd name="connsiteX10-241" fmla="*/ 392 w 21556"/>
                  <a:gd name="connsiteY10-242" fmla="*/ 20594 h 20602"/>
                  <a:gd name="connsiteX11-243" fmla="*/ 12498 w 21556"/>
                  <a:gd name="connsiteY11-244" fmla="*/ 20594 h 20602"/>
                  <a:gd name="connsiteX12-245" fmla="*/ 13012 w 21556"/>
                  <a:gd name="connsiteY12-246" fmla="*/ 20499 h 20602"/>
                  <a:gd name="connsiteX13-247" fmla="*/ 13507 w 21556"/>
                  <a:gd name="connsiteY13-248" fmla="*/ 20140 h 20602"/>
                  <a:gd name="connsiteX14-249" fmla="*/ 13992 w 21556"/>
                  <a:gd name="connsiteY14-250" fmla="*/ 19645 h 20602"/>
                  <a:gd name="connsiteX15-251" fmla="*/ 17966 w 21556"/>
                  <a:gd name="connsiteY15-252" fmla="*/ 14741 h 20602"/>
                  <a:gd name="connsiteX16-253" fmla="*/ 19953 w 21556"/>
                  <a:gd name="connsiteY16-254" fmla="*/ 12289 h 20602"/>
                  <a:gd name="connsiteX17-255" fmla="*/ 20946 w 21556"/>
                  <a:gd name="connsiteY17-256" fmla="*/ 11063 h 20602"/>
                  <a:gd name="connsiteX18-257" fmla="*/ 21404 w 21556"/>
                  <a:gd name="connsiteY18-258" fmla="*/ 10474 h 20602"/>
                  <a:gd name="connsiteX19-259" fmla="*/ 21553 w 21556"/>
                  <a:gd name="connsiteY19-260" fmla="*/ 9736 h 20602"/>
                  <a:gd name="connsiteX20-261" fmla="*/ 21354 w 21556"/>
                  <a:gd name="connsiteY20-262" fmla="*/ 9118 h 20602"/>
                  <a:gd name="connsiteX21-263" fmla="*/ 20946 w 21556"/>
                  <a:gd name="connsiteY21-264" fmla="*/ 8608 h 20602"/>
                  <a:gd name="connsiteX22-265" fmla="*/ 19953 w 21556"/>
                  <a:gd name="connsiteY22-266" fmla="*/ 7378 h 20602"/>
                  <a:gd name="connsiteX23-267" fmla="*/ 17966 w 21556"/>
                  <a:gd name="connsiteY23-268" fmla="*/ 4919 h 20602"/>
                  <a:gd name="connsiteX24-269" fmla="*/ 13992 w 21556"/>
                  <a:gd name="connsiteY24-270" fmla="*/ 1 h 20602"/>
                  <a:gd name="connsiteX0-271" fmla="*/ 17966 w 21556"/>
                  <a:gd name="connsiteY0-272" fmla="*/ 77 h 15760"/>
                  <a:gd name="connsiteX1-273" fmla="*/ 4141 w 21556"/>
                  <a:gd name="connsiteY1-274" fmla="*/ 0 h 15760"/>
                  <a:gd name="connsiteX2-275" fmla="*/ 6171 w 21556"/>
                  <a:gd name="connsiteY2-276" fmla="*/ 2519 h 15760"/>
                  <a:gd name="connsiteX3-277" fmla="*/ 7562 w 21556"/>
                  <a:gd name="connsiteY3-278" fmla="*/ 4147 h 15760"/>
                  <a:gd name="connsiteX4-279" fmla="*/ 7792 w 21556"/>
                  <a:gd name="connsiteY4-280" fmla="*/ 4752 h 15760"/>
                  <a:gd name="connsiteX5-281" fmla="*/ 7572 w 21556"/>
                  <a:gd name="connsiteY5-282" fmla="*/ 5797 h 15760"/>
                  <a:gd name="connsiteX6-283" fmla="*/ 6171 w 21556"/>
                  <a:gd name="connsiteY6-284" fmla="*/ 7528 h 15760"/>
                  <a:gd name="connsiteX7-285" fmla="*/ 4141 w 21556"/>
                  <a:gd name="connsiteY7-286" fmla="*/ 10018 h 15760"/>
                  <a:gd name="connsiteX8-287" fmla="*/ 81 w 21556"/>
                  <a:gd name="connsiteY8-288" fmla="*/ 14999 h 15760"/>
                  <a:gd name="connsiteX9-289" fmla="*/ 81 w 21556"/>
                  <a:gd name="connsiteY9-290" fmla="*/ 15603 h 15760"/>
                  <a:gd name="connsiteX10-291" fmla="*/ 392 w 21556"/>
                  <a:gd name="connsiteY10-292" fmla="*/ 15752 h 15760"/>
                  <a:gd name="connsiteX11-293" fmla="*/ 12498 w 21556"/>
                  <a:gd name="connsiteY11-294" fmla="*/ 15752 h 15760"/>
                  <a:gd name="connsiteX12-295" fmla="*/ 13012 w 21556"/>
                  <a:gd name="connsiteY12-296" fmla="*/ 15657 h 15760"/>
                  <a:gd name="connsiteX13-297" fmla="*/ 13507 w 21556"/>
                  <a:gd name="connsiteY13-298" fmla="*/ 15298 h 15760"/>
                  <a:gd name="connsiteX14-299" fmla="*/ 13992 w 21556"/>
                  <a:gd name="connsiteY14-300" fmla="*/ 14803 h 15760"/>
                  <a:gd name="connsiteX15-301" fmla="*/ 17966 w 21556"/>
                  <a:gd name="connsiteY15-302" fmla="*/ 9899 h 15760"/>
                  <a:gd name="connsiteX16-303" fmla="*/ 19953 w 21556"/>
                  <a:gd name="connsiteY16-304" fmla="*/ 7447 h 15760"/>
                  <a:gd name="connsiteX17-305" fmla="*/ 20946 w 21556"/>
                  <a:gd name="connsiteY17-306" fmla="*/ 6221 h 15760"/>
                  <a:gd name="connsiteX18-307" fmla="*/ 21404 w 21556"/>
                  <a:gd name="connsiteY18-308" fmla="*/ 5632 h 15760"/>
                  <a:gd name="connsiteX19-309" fmla="*/ 21553 w 21556"/>
                  <a:gd name="connsiteY19-310" fmla="*/ 4894 h 15760"/>
                  <a:gd name="connsiteX20-311" fmla="*/ 21354 w 21556"/>
                  <a:gd name="connsiteY20-312" fmla="*/ 4276 h 15760"/>
                  <a:gd name="connsiteX21-313" fmla="*/ 20946 w 21556"/>
                  <a:gd name="connsiteY21-314" fmla="*/ 3766 h 15760"/>
                  <a:gd name="connsiteX22-315" fmla="*/ 19953 w 21556"/>
                  <a:gd name="connsiteY22-316" fmla="*/ 2536 h 15760"/>
                  <a:gd name="connsiteX23-317" fmla="*/ 17966 w 21556"/>
                  <a:gd name="connsiteY23-318" fmla="*/ 77 h 15760"/>
                  <a:gd name="connsiteX0-319" fmla="*/ 17966 w 21556"/>
                  <a:gd name="connsiteY0-320" fmla="*/ 0 h 15683"/>
                  <a:gd name="connsiteX1-321" fmla="*/ 6171 w 21556"/>
                  <a:gd name="connsiteY1-322" fmla="*/ 2442 h 15683"/>
                  <a:gd name="connsiteX2-323" fmla="*/ 7562 w 21556"/>
                  <a:gd name="connsiteY2-324" fmla="*/ 4070 h 15683"/>
                  <a:gd name="connsiteX3-325" fmla="*/ 7792 w 21556"/>
                  <a:gd name="connsiteY3-326" fmla="*/ 4675 h 15683"/>
                  <a:gd name="connsiteX4-327" fmla="*/ 7572 w 21556"/>
                  <a:gd name="connsiteY4-328" fmla="*/ 5720 h 15683"/>
                  <a:gd name="connsiteX5-329" fmla="*/ 6171 w 21556"/>
                  <a:gd name="connsiteY5-330" fmla="*/ 7451 h 15683"/>
                  <a:gd name="connsiteX6-331" fmla="*/ 4141 w 21556"/>
                  <a:gd name="connsiteY6-332" fmla="*/ 9941 h 15683"/>
                  <a:gd name="connsiteX7-333" fmla="*/ 81 w 21556"/>
                  <a:gd name="connsiteY7-334" fmla="*/ 14922 h 15683"/>
                  <a:gd name="connsiteX8-335" fmla="*/ 81 w 21556"/>
                  <a:gd name="connsiteY8-336" fmla="*/ 15526 h 15683"/>
                  <a:gd name="connsiteX9-337" fmla="*/ 392 w 21556"/>
                  <a:gd name="connsiteY9-338" fmla="*/ 15675 h 15683"/>
                  <a:gd name="connsiteX10-339" fmla="*/ 12498 w 21556"/>
                  <a:gd name="connsiteY10-340" fmla="*/ 15675 h 15683"/>
                  <a:gd name="connsiteX11-341" fmla="*/ 13012 w 21556"/>
                  <a:gd name="connsiteY11-342" fmla="*/ 15580 h 15683"/>
                  <a:gd name="connsiteX12-343" fmla="*/ 13507 w 21556"/>
                  <a:gd name="connsiteY12-344" fmla="*/ 15221 h 15683"/>
                  <a:gd name="connsiteX13-345" fmla="*/ 13992 w 21556"/>
                  <a:gd name="connsiteY13-346" fmla="*/ 14726 h 15683"/>
                  <a:gd name="connsiteX14-347" fmla="*/ 17966 w 21556"/>
                  <a:gd name="connsiteY14-348" fmla="*/ 9822 h 15683"/>
                  <a:gd name="connsiteX15-349" fmla="*/ 19953 w 21556"/>
                  <a:gd name="connsiteY15-350" fmla="*/ 7370 h 15683"/>
                  <a:gd name="connsiteX16-351" fmla="*/ 20946 w 21556"/>
                  <a:gd name="connsiteY16-352" fmla="*/ 6144 h 15683"/>
                  <a:gd name="connsiteX17-353" fmla="*/ 21404 w 21556"/>
                  <a:gd name="connsiteY17-354" fmla="*/ 5555 h 15683"/>
                  <a:gd name="connsiteX18-355" fmla="*/ 21553 w 21556"/>
                  <a:gd name="connsiteY18-356" fmla="*/ 4817 h 15683"/>
                  <a:gd name="connsiteX19-357" fmla="*/ 21354 w 21556"/>
                  <a:gd name="connsiteY19-358" fmla="*/ 4199 h 15683"/>
                  <a:gd name="connsiteX20-359" fmla="*/ 20946 w 21556"/>
                  <a:gd name="connsiteY20-360" fmla="*/ 3689 h 15683"/>
                  <a:gd name="connsiteX21-361" fmla="*/ 19953 w 21556"/>
                  <a:gd name="connsiteY21-362" fmla="*/ 2459 h 15683"/>
                  <a:gd name="connsiteX22-363" fmla="*/ 17966 w 21556"/>
                  <a:gd name="connsiteY22-364" fmla="*/ 0 h 15683"/>
                  <a:gd name="connsiteX0-365" fmla="*/ 17966 w 21556"/>
                  <a:gd name="connsiteY0-366" fmla="*/ 0 h 15683"/>
                  <a:gd name="connsiteX1-367" fmla="*/ 7562 w 21556"/>
                  <a:gd name="connsiteY1-368" fmla="*/ 4070 h 15683"/>
                  <a:gd name="connsiteX2-369" fmla="*/ 7792 w 21556"/>
                  <a:gd name="connsiteY2-370" fmla="*/ 4675 h 15683"/>
                  <a:gd name="connsiteX3-371" fmla="*/ 7572 w 21556"/>
                  <a:gd name="connsiteY3-372" fmla="*/ 5720 h 15683"/>
                  <a:gd name="connsiteX4-373" fmla="*/ 6171 w 21556"/>
                  <a:gd name="connsiteY4-374" fmla="*/ 7451 h 15683"/>
                  <a:gd name="connsiteX5-375" fmla="*/ 4141 w 21556"/>
                  <a:gd name="connsiteY5-376" fmla="*/ 9941 h 15683"/>
                  <a:gd name="connsiteX6-377" fmla="*/ 81 w 21556"/>
                  <a:gd name="connsiteY6-378" fmla="*/ 14922 h 15683"/>
                  <a:gd name="connsiteX7-379" fmla="*/ 81 w 21556"/>
                  <a:gd name="connsiteY7-380" fmla="*/ 15526 h 15683"/>
                  <a:gd name="connsiteX8-381" fmla="*/ 392 w 21556"/>
                  <a:gd name="connsiteY8-382" fmla="*/ 15675 h 15683"/>
                  <a:gd name="connsiteX9-383" fmla="*/ 12498 w 21556"/>
                  <a:gd name="connsiteY9-384" fmla="*/ 15675 h 15683"/>
                  <a:gd name="connsiteX10-385" fmla="*/ 13012 w 21556"/>
                  <a:gd name="connsiteY10-386" fmla="*/ 15580 h 15683"/>
                  <a:gd name="connsiteX11-387" fmla="*/ 13507 w 21556"/>
                  <a:gd name="connsiteY11-388" fmla="*/ 15221 h 15683"/>
                  <a:gd name="connsiteX12-389" fmla="*/ 13992 w 21556"/>
                  <a:gd name="connsiteY12-390" fmla="*/ 14726 h 15683"/>
                  <a:gd name="connsiteX13-391" fmla="*/ 17966 w 21556"/>
                  <a:gd name="connsiteY13-392" fmla="*/ 9822 h 15683"/>
                  <a:gd name="connsiteX14-393" fmla="*/ 19953 w 21556"/>
                  <a:gd name="connsiteY14-394" fmla="*/ 7370 h 15683"/>
                  <a:gd name="connsiteX15-395" fmla="*/ 20946 w 21556"/>
                  <a:gd name="connsiteY15-396" fmla="*/ 6144 h 15683"/>
                  <a:gd name="connsiteX16-397" fmla="*/ 21404 w 21556"/>
                  <a:gd name="connsiteY16-398" fmla="*/ 5555 h 15683"/>
                  <a:gd name="connsiteX17-399" fmla="*/ 21553 w 21556"/>
                  <a:gd name="connsiteY17-400" fmla="*/ 4817 h 15683"/>
                  <a:gd name="connsiteX18-401" fmla="*/ 21354 w 21556"/>
                  <a:gd name="connsiteY18-402" fmla="*/ 4199 h 15683"/>
                  <a:gd name="connsiteX19-403" fmla="*/ 20946 w 21556"/>
                  <a:gd name="connsiteY19-404" fmla="*/ 3689 h 15683"/>
                  <a:gd name="connsiteX20-405" fmla="*/ 19953 w 21556"/>
                  <a:gd name="connsiteY20-406" fmla="*/ 2459 h 15683"/>
                  <a:gd name="connsiteX21-407" fmla="*/ 17966 w 21556"/>
                  <a:gd name="connsiteY21-408" fmla="*/ 0 h 15683"/>
                  <a:gd name="connsiteX0-409" fmla="*/ 19953 w 21556"/>
                  <a:gd name="connsiteY0-410" fmla="*/ 0 h 13224"/>
                  <a:gd name="connsiteX1-411" fmla="*/ 7562 w 21556"/>
                  <a:gd name="connsiteY1-412" fmla="*/ 1611 h 13224"/>
                  <a:gd name="connsiteX2-413" fmla="*/ 7792 w 21556"/>
                  <a:gd name="connsiteY2-414" fmla="*/ 2216 h 13224"/>
                  <a:gd name="connsiteX3-415" fmla="*/ 7572 w 21556"/>
                  <a:gd name="connsiteY3-416" fmla="*/ 3261 h 13224"/>
                  <a:gd name="connsiteX4-417" fmla="*/ 6171 w 21556"/>
                  <a:gd name="connsiteY4-418" fmla="*/ 4992 h 13224"/>
                  <a:gd name="connsiteX5-419" fmla="*/ 4141 w 21556"/>
                  <a:gd name="connsiteY5-420" fmla="*/ 7482 h 13224"/>
                  <a:gd name="connsiteX6-421" fmla="*/ 81 w 21556"/>
                  <a:gd name="connsiteY6-422" fmla="*/ 12463 h 13224"/>
                  <a:gd name="connsiteX7-423" fmla="*/ 81 w 21556"/>
                  <a:gd name="connsiteY7-424" fmla="*/ 13067 h 13224"/>
                  <a:gd name="connsiteX8-425" fmla="*/ 392 w 21556"/>
                  <a:gd name="connsiteY8-426" fmla="*/ 13216 h 13224"/>
                  <a:gd name="connsiteX9-427" fmla="*/ 12498 w 21556"/>
                  <a:gd name="connsiteY9-428" fmla="*/ 13216 h 13224"/>
                  <a:gd name="connsiteX10-429" fmla="*/ 13012 w 21556"/>
                  <a:gd name="connsiteY10-430" fmla="*/ 13121 h 13224"/>
                  <a:gd name="connsiteX11-431" fmla="*/ 13507 w 21556"/>
                  <a:gd name="connsiteY11-432" fmla="*/ 12762 h 13224"/>
                  <a:gd name="connsiteX12-433" fmla="*/ 13992 w 21556"/>
                  <a:gd name="connsiteY12-434" fmla="*/ 12267 h 13224"/>
                  <a:gd name="connsiteX13-435" fmla="*/ 17966 w 21556"/>
                  <a:gd name="connsiteY13-436" fmla="*/ 7363 h 13224"/>
                  <a:gd name="connsiteX14-437" fmla="*/ 19953 w 21556"/>
                  <a:gd name="connsiteY14-438" fmla="*/ 4911 h 13224"/>
                  <a:gd name="connsiteX15-439" fmla="*/ 20946 w 21556"/>
                  <a:gd name="connsiteY15-440" fmla="*/ 3685 h 13224"/>
                  <a:gd name="connsiteX16-441" fmla="*/ 21404 w 21556"/>
                  <a:gd name="connsiteY16-442" fmla="*/ 3096 h 13224"/>
                  <a:gd name="connsiteX17-443" fmla="*/ 21553 w 21556"/>
                  <a:gd name="connsiteY17-444" fmla="*/ 2358 h 13224"/>
                  <a:gd name="connsiteX18-445" fmla="*/ 21354 w 21556"/>
                  <a:gd name="connsiteY18-446" fmla="*/ 1740 h 13224"/>
                  <a:gd name="connsiteX19-447" fmla="*/ 20946 w 21556"/>
                  <a:gd name="connsiteY19-448" fmla="*/ 1230 h 13224"/>
                  <a:gd name="connsiteX20-449" fmla="*/ 19953 w 21556"/>
                  <a:gd name="connsiteY20-450" fmla="*/ 0 h 13224"/>
                  <a:gd name="connsiteX0-451" fmla="*/ 19953 w 21556"/>
                  <a:gd name="connsiteY0-452" fmla="*/ 0 h 13224"/>
                  <a:gd name="connsiteX1-453" fmla="*/ 7562 w 21556"/>
                  <a:gd name="connsiteY1-454" fmla="*/ 1611 h 13224"/>
                  <a:gd name="connsiteX2-455" fmla="*/ 7792 w 21556"/>
                  <a:gd name="connsiteY2-456" fmla="*/ 2216 h 13224"/>
                  <a:gd name="connsiteX3-457" fmla="*/ 7613 w 21556"/>
                  <a:gd name="connsiteY3-458" fmla="*/ 1590 h 13224"/>
                  <a:gd name="connsiteX4-459" fmla="*/ 7572 w 21556"/>
                  <a:gd name="connsiteY4-460" fmla="*/ 3261 h 13224"/>
                  <a:gd name="connsiteX5-461" fmla="*/ 6171 w 21556"/>
                  <a:gd name="connsiteY5-462" fmla="*/ 4992 h 13224"/>
                  <a:gd name="connsiteX6-463" fmla="*/ 4141 w 21556"/>
                  <a:gd name="connsiteY6-464" fmla="*/ 7482 h 13224"/>
                  <a:gd name="connsiteX7-465" fmla="*/ 81 w 21556"/>
                  <a:gd name="connsiteY7-466" fmla="*/ 12463 h 13224"/>
                  <a:gd name="connsiteX8-467" fmla="*/ 81 w 21556"/>
                  <a:gd name="connsiteY8-468" fmla="*/ 13067 h 13224"/>
                  <a:gd name="connsiteX9-469" fmla="*/ 392 w 21556"/>
                  <a:gd name="connsiteY9-470" fmla="*/ 13216 h 13224"/>
                  <a:gd name="connsiteX10-471" fmla="*/ 12498 w 21556"/>
                  <a:gd name="connsiteY10-472" fmla="*/ 13216 h 13224"/>
                  <a:gd name="connsiteX11-473" fmla="*/ 13012 w 21556"/>
                  <a:gd name="connsiteY11-474" fmla="*/ 13121 h 13224"/>
                  <a:gd name="connsiteX12-475" fmla="*/ 13507 w 21556"/>
                  <a:gd name="connsiteY12-476" fmla="*/ 12762 h 13224"/>
                  <a:gd name="connsiteX13-477" fmla="*/ 13992 w 21556"/>
                  <a:gd name="connsiteY13-478" fmla="*/ 12267 h 13224"/>
                  <a:gd name="connsiteX14-479" fmla="*/ 17966 w 21556"/>
                  <a:gd name="connsiteY14-480" fmla="*/ 7363 h 13224"/>
                  <a:gd name="connsiteX15-481" fmla="*/ 19953 w 21556"/>
                  <a:gd name="connsiteY15-482" fmla="*/ 4911 h 13224"/>
                  <a:gd name="connsiteX16-483" fmla="*/ 20946 w 21556"/>
                  <a:gd name="connsiteY16-484" fmla="*/ 3685 h 13224"/>
                  <a:gd name="connsiteX17-485" fmla="*/ 21404 w 21556"/>
                  <a:gd name="connsiteY17-486" fmla="*/ 3096 h 13224"/>
                  <a:gd name="connsiteX18-487" fmla="*/ 21553 w 21556"/>
                  <a:gd name="connsiteY18-488" fmla="*/ 2358 h 13224"/>
                  <a:gd name="connsiteX19-489" fmla="*/ 21354 w 21556"/>
                  <a:gd name="connsiteY19-490" fmla="*/ 1740 h 13224"/>
                  <a:gd name="connsiteX20-491" fmla="*/ 20946 w 21556"/>
                  <a:gd name="connsiteY20-492" fmla="*/ 1230 h 13224"/>
                  <a:gd name="connsiteX21-493" fmla="*/ 19953 w 21556"/>
                  <a:gd name="connsiteY21-494" fmla="*/ 0 h 13224"/>
                  <a:gd name="connsiteX0-495" fmla="*/ 19953 w 21556"/>
                  <a:gd name="connsiteY0-496" fmla="*/ 0 h 13224"/>
                  <a:gd name="connsiteX1-497" fmla="*/ 7562 w 21556"/>
                  <a:gd name="connsiteY1-498" fmla="*/ 1611 h 13224"/>
                  <a:gd name="connsiteX2-499" fmla="*/ 7792 w 21556"/>
                  <a:gd name="connsiteY2-500" fmla="*/ 2216 h 13224"/>
                  <a:gd name="connsiteX3-501" fmla="*/ 7572 w 21556"/>
                  <a:gd name="connsiteY3-502" fmla="*/ 3261 h 13224"/>
                  <a:gd name="connsiteX4-503" fmla="*/ 6171 w 21556"/>
                  <a:gd name="connsiteY4-504" fmla="*/ 4992 h 13224"/>
                  <a:gd name="connsiteX5-505" fmla="*/ 4141 w 21556"/>
                  <a:gd name="connsiteY5-506" fmla="*/ 7482 h 13224"/>
                  <a:gd name="connsiteX6-507" fmla="*/ 81 w 21556"/>
                  <a:gd name="connsiteY6-508" fmla="*/ 12463 h 13224"/>
                  <a:gd name="connsiteX7-509" fmla="*/ 81 w 21556"/>
                  <a:gd name="connsiteY7-510" fmla="*/ 13067 h 13224"/>
                  <a:gd name="connsiteX8-511" fmla="*/ 392 w 21556"/>
                  <a:gd name="connsiteY8-512" fmla="*/ 13216 h 13224"/>
                  <a:gd name="connsiteX9-513" fmla="*/ 12498 w 21556"/>
                  <a:gd name="connsiteY9-514" fmla="*/ 13216 h 13224"/>
                  <a:gd name="connsiteX10-515" fmla="*/ 13012 w 21556"/>
                  <a:gd name="connsiteY10-516" fmla="*/ 13121 h 13224"/>
                  <a:gd name="connsiteX11-517" fmla="*/ 13507 w 21556"/>
                  <a:gd name="connsiteY11-518" fmla="*/ 12762 h 13224"/>
                  <a:gd name="connsiteX12-519" fmla="*/ 13992 w 21556"/>
                  <a:gd name="connsiteY12-520" fmla="*/ 12267 h 13224"/>
                  <a:gd name="connsiteX13-521" fmla="*/ 17966 w 21556"/>
                  <a:gd name="connsiteY13-522" fmla="*/ 7363 h 13224"/>
                  <a:gd name="connsiteX14-523" fmla="*/ 19953 w 21556"/>
                  <a:gd name="connsiteY14-524" fmla="*/ 4911 h 13224"/>
                  <a:gd name="connsiteX15-525" fmla="*/ 20946 w 21556"/>
                  <a:gd name="connsiteY15-526" fmla="*/ 3685 h 13224"/>
                  <a:gd name="connsiteX16-527" fmla="*/ 21404 w 21556"/>
                  <a:gd name="connsiteY16-528" fmla="*/ 3096 h 13224"/>
                  <a:gd name="connsiteX17-529" fmla="*/ 21553 w 21556"/>
                  <a:gd name="connsiteY17-530" fmla="*/ 2358 h 13224"/>
                  <a:gd name="connsiteX18-531" fmla="*/ 21354 w 21556"/>
                  <a:gd name="connsiteY18-532" fmla="*/ 1740 h 13224"/>
                  <a:gd name="connsiteX19-533" fmla="*/ 20946 w 21556"/>
                  <a:gd name="connsiteY19-534" fmla="*/ 1230 h 13224"/>
                  <a:gd name="connsiteX20-535" fmla="*/ 19953 w 21556"/>
                  <a:gd name="connsiteY20-536" fmla="*/ 0 h 13224"/>
                  <a:gd name="connsiteX0-537" fmla="*/ 19953 w 21556"/>
                  <a:gd name="connsiteY0-538" fmla="*/ 0 h 13224"/>
                  <a:gd name="connsiteX1-539" fmla="*/ 7792 w 21556"/>
                  <a:gd name="connsiteY1-540" fmla="*/ 2216 h 13224"/>
                  <a:gd name="connsiteX2-541" fmla="*/ 7572 w 21556"/>
                  <a:gd name="connsiteY2-542" fmla="*/ 3261 h 13224"/>
                  <a:gd name="connsiteX3-543" fmla="*/ 6171 w 21556"/>
                  <a:gd name="connsiteY3-544" fmla="*/ 4992 h 13224"/>
                  <a:gd name="connsiteX4-545" fmla="*/ 4141 w 21556"/>
                  <a:gd name="connsiteY4-546" fmla="*/ 7482 h 13224"/>
                  <a:gd name="connsiteX5-547" fmla="*/ 81 w 21556"/>
                  <a:gd name="connsiteY5-548" fmla="*/ 12463 h 13224"/>
                  <a:gd name="connsiteX6-549" fmla="*/ 81 w 21556"/>
                  <a:gd name="connsiteY6-550" fmla="*/ 13067 h 13224"/>
                  <a:gd name="connsiteX7-551" fmla="*/ 392 w 21556"/>
                  <a:gd name="connsiteY7-552" fmla="*/ 13216 h 13224"/>
                  <a:gd name="connsiteX8-553" fmla="*/ 12498 w 21556"/>
                  <a:gd name="connsiteY8-554" fmla="*/ 13216 h 13224"/>
                  <a:gd name="connsiteX9-555" fmla="*/ 13012 w 21556"/>
                  <a:gd name="connsiteY9-556" fmla="*/ 13121 h 13224"/>
                  <a:gd name="connsiteX10-557" fmla="*/ 13507 w 21556"/>
                  <a:gd name="connsiteY10-558" fmla="*/ 12762 h 13224"/>
                  <a:gd name="connsiteX11-559" fmla="*/ 13992 w 21556"/>
                  <a:gd name="connsiteY11-560" fmla="*/ 12267 h 13224"/>
                  <a:gd name="connsiteX12-561" fmla="*/ 17966 w 21556"/>
                  <a:gd name="connsiteY12-562" fmla="*/ 7363 h 13224"/>
                  <a:gd name="connsiteX13-563" fmla="*/ 19953 w 21556"/>
                  <a:gd name="connsiteY13-564" fmla="*/ 4911 h 13224"/>
                  <a:gd name="connsiteX14-565" fmla="*/ 20946 w 21556"/>
                  <a:gd name="connsiteY14-566" fmla="*/ 3685 h 13224"/>
                  <a:gd name="connsiteX15-567" fmla="*/ 21404 w 21556"/>
                  <a:gd name="connsiteY15-568" fmla="*/ 3096 h 13224"/>
                  <a:gd name="connsiteX16-569" fmla="*/ 21553 w 21556"/>
                  <a:gd name="connsiteY16-570" fmla="*/ 2358 h 13224"/>
                  <a:gd name="connsiteX17-571" fmla="*/ 21354 w 21556"/>
                  <a:gd name="connsiteY17-572" fmla="*/ 1740 h 13224"/>
                  <a:gd name="connsiteX18-573" fmla="*/ 20946 w 21556"/>
                  <a:gd name="connsiteY18-574" fmla="*/ 1230 h 13224"/>
                  <a:gd name="connsiteX19-575" fmla="*/ 19953 w 21556"/>
                  <a:gd name="connsiteY19-576" fmla="*/ 0 h 13224"/>
                  <a:gd name="connsiteX0-577" fmla="*/ 20946 w 21556"/>
                  <a:gd name="connsiteY0-578" fmla="*/ 0 h 11994"/>
                  <a:gd name="connsiteX1-579" fmla="*/ 7792 w 21556"/>
                  <a:gd name="connsiteY1-580" fmla="*/ 986 h 11994"/>
                  <a:gd name="connsiteX2-581" fmla="*/ 7572 w 21556"/>
                  <a:gd name="connsiteY2-582" fmla="*/ 2031 h 11994"/>
                  <a:gd name="connsiteX3-583" fmla="*/ 6171 w 21556"/>
                  <a:gd name="connsiteY3-584" fmla="*/ 3762 h 11994"/>
                  <a:gd name="connsiteX4-585" fmla="*/ 4141 w 21556"/>
                  <a:gd name="connsiteY4-586" fmla="*/ 6252 h 11994"/>
                  <a:gd name="connsiteX5-587" fmla="*/ 81 w 21556"/>
                  <a:gd name="connsiteY5-588" fmla="*/ 11233 h 11994"/>
                  <a:gd name="connsiteX6-589" fmla="*/ 81 w 21556"/>
                  <a:gd name="connsiteY6-590" fmla="*/ 11837 h 11994"/>
                  <a:gd name="connsiteX7-591" fmla="*/ 392 w 21556"/>
                  <a:gd name="connsiteY7-592" fmla="*/ 11986 h 11994"/>
                  <a:gd name="connsiteX8-593" fmla="*/ 12498 w 21556"/>
                  <a:gd name="connsiteY8-594" fmla="*/ 11986 h 11994"/>
                  <a:gd name="connsiteX9-595" fmla="*/ 13012 w 21556"/>
                  <a:gd name="connsiteY9-596" fmla="*/ 11891 h 11994"/>
                  <a:gd name="connsiteX10-597" fmla="*/ 13507 w 21556"/>
                  <a:gd name="connsiteY10-598" fmla="*/ 11532 h 11994"/>
                  <a:gd name="connsiteX11-599" fmla="*/ 13992 w 21556"/>
                  <a:gd name="connsiteY11-600" fmla="*/ 11037 h 11994"/>
                  <a:gd name="connsiteX12-601" fmla="*/ 17966 w 21556"/>
                  <a:gd name="connsiteY12-602" fmla="*/ 6133 h 11994"/>
                  <a:gd name="connsiteX13-603" fmla="*/ 19953 w 21556"/>
                  <a:gd name="connsiteY13-604" fmla="*/ 3681 h 11994"/>
                  <a:gd name="connsiteX14-605" fmla="*/ 20946 w 21556"/>
                  <a:gd name="connsiteY14-606" fmla="*/ 2455 h 11994"/>
                  <a:gd name="connsiteX15-607" fmla="*/ 21404 w 21556"/>
                  <a:gd name="connsiteY15-608" fmla="*/ 1866 h 11994"/>
                  <a:gd name="connsiteX16-609" fmla="*/ 21553 w 21556"/>
                  <a:gd name="connsiteY16-610" fmla="*/ 1128 h 11994"/>
                  <a:gd name="connsiteX17-611" fmla="*/ 21354 w 21556"/>
                  <a:gd name="connsiteY17-612" fmla="*/ 510 h 11994"/>
                  <a:gd name="connsiteX18-613" fmla="*/ 20946 w 21556"/>
                  <a:gd name="connsiteY18-614" fmla="*/ 0 h 11994"/>
                  <a:gd name="connsiteX0-615" fmla="*/ 21354 w 21556"/>
                  <a:gd name="connsiteY0-616" fmla="*/ 0 h 11484"/>
                  <a:gd name="connsiteX1-617" fmla="*/ 7792 w 21556"/>
                  <a:gd name="connsiteY1-618" fmla="*/ 476 h 11484"/>
                  <a:gd name="connsiteX2-619" fmla="*/ 7572 w 21556"/>
                  <a:gd name="connsiteY2-620" fmla="*/ 1521 h 11484"/>
                  <a:gd name="connsiteX3-621" fmla="*/ 6171 w 21556"/>
                  <a:gd name="connsiteY3-622" fmla="*/ 3252 h 11484"/>
                  <a:gd name="connsiteX4-623" fmla="*/ 4141 w 21556"/>
                  <a:gd name="connsiteY4-624" fmla="*/ 5742 h 11484"/>
                  <a:gd name="connsiteX5-625" fmla="*/ 81 w 21556"/>
                  <a:gd name="connsiteY5-626" fmla="*/ 10723 h 11484"/>
                  <a:gd name="connsiteX6-627" fmla="*/ 81 w 21556"/>
                  <a:gd name="connsiteY6-628" fmla="*/ 11327 h 11484"/>
                  <a:gd name="connsiteX7-629" fmla="*/ 392 w 21556"/>
                  <a:gd name="connsiteY7-630" fmla="*/ 11476 h 11484"/>
                  <a:gd name="connsiteX8-631" fmla="*/ 12498 w 21556"/>
                  <a:gd name="connsiteY8-632" fmla="*/ 11476 h 11484"/>
                  <a:gd name="connsiteX9-633" fmla="*/ 13012 w 21556"/>
                  <a:gd name="connsiteY9-634" fmla="*/ 11381 h 11484"/>
                  <a:gd name="connsiteX10-635" fmla="*/ 13507 w 21556"/>
                  <a:gd name="connsiteY10-636" fmla="*/ 11022 h 11484"/>
                  <a:gd name="connsiteX11-637" fmla="*/ 13992 w 21556"/>
                  <a:gd name="connsiteY11-638" fmla="*/ 10527 h 11484"/>
                  <a:gd name="connsiteX12-639" fmla="*/ 17966 w 21556"/>
                  <a:gd name="connsiteY12-640" fmla="*/ 5623 h 11484"/>
                  <a:gd name="connsiteX13-641" fmla="*/ 19953 w 21556"/>
                  <a:gd name="connsiteY13-642" fmla="*/ 3171 h 11484"/>
                  <a:gd name="connsiteX14-643" fmla="*/ 20946 w 21556"/>
                  <a:gd name="connsiteY14-644" fmla="*/ 1945 h 11484"/>
                  <a:gd name="connsiteX15-645" fmla="*/ 21404 w 21556"/>
                  <a:gd name="connsiteY15-646" fmla="*/ 1356 h 11484"/>
                  <a:gd name="connsiteX16-647" fmla="*/ 21553 w 21556"/>
                  <a:gd name="connsiteY16-648" fmla="*/ 618 h 11484"/>
                  <a:gd name="connsiteX17-649" fmla="*/ 21354 w 21556"/>
                  <a:gd name="connsiteY17-650" fmla="*/ 0 h 11484"/>
                  <a:gd name="connsiteX0-651" fmla="*/ 21553 w 21556"/>
                  <a:gd name="connsiteY0-652" fmla="*/ 206 h 11072"/>
                  <a:gd name="connsiteX1-653" fmla="*/ 7792 w 21556"/>
                  <a:gd name="connsiteY1-654" fmla="*/ 64 h 11072"/>
                  <a:gd name="connsiteX2-655" fmla="*/ 7572 w 21556"/>
                  <a:gd name="connsiteY2-656" fmla="*/ 1109 h 11072"/>
                  <a:gd name="connsiteX3-657" fmla="*/ 6171 w 21556"/>
                  <a:gd name="connsiteY3-658" fmla="*/ 2840 h 11072"/>
                  <a:gd name="connsiteX4-659" fmla="*/ 4141 w 21556"/>
                  <a:gd name="connsiteY4-660" fmla="*/ 5330 h 11072"/>
                  <a:gd name="connsiteX5-661" fmla="*/ 81 w 21556"/>
                  <a:gd name="connsiteY5-662" fmla="*/ 10311 h 11072"/>
                  <a:gd name="connsiteX6-663" fmla="*/ 81 w 21556"/>
                  <a:gd name="connsiteY6-664" fmla="*/ 10915 h 11072"/>
                  <a:gd name="connsiteX7-665" fmla="*/ 392 w 21556"/>
                  <a:gd name="connsiteY7-666" fmla="*/ 11064 h 11072"/>
                  <a:gd name="connsiteX8-667" fmla="*/ 12498 w 21556"/>
                  <a:gd name="connsiteY8-668" fmla="*/ 11064 h 11072"/>
                  <a:gd name="connsiteX9-669" fmla="*/ 13012 w 21556"/>
                  <a:gd name="connsiteY9-670" fmla="*/ 10969 h 11072"/>
                  <a:gd name="connsiteX10-671" fmla="*/ 13507 w 21556"/>
                  <a:gd name="connsiteY10-672" fmla="*/ 10610 h 11072"/>
                  <a:gd name="connsiteX11-673" fmla="*/ 13992 w 21556"/>
                  <a:gd name="connsiteY11-674" fmla="*/ 10115 h 11072"/>
                  <a:gd name="connsiteX12-675" fmla="*/ 17966 w 21556"/>
                  <a:gd name="connsiteY12-676" fmla="*/ 5211 h 11072"/>
                  <a:gd name="connsiteX13-677" fmla="*/ 19953 w 21556"/>
                  <a:gd name="connsiteY13-678" fmla="*/ 2759 h 11072"/>
                  <a:gd name="connsiteX14-679" fmla="*/ 20946 w 21556"/>
                  <a:gd name="connsiteY14-680" fmla="*/ 1533 h 11072"/>
                  <a:gd name="connsiteX15-681" fmla="*/ 21404 w 21556"/>
                  <a:gd name="connsiteY15-682" fmla="*/ 944 h 11072"/>
                  <a:gd name="connsiteX16-683" fmla="*/ 21553 w 21556"/>
                  <a:gd name="connsiteY16-684" fmla="*/ 206 h 110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solidFill>
                    <a:schemeClr val="lt1"/>
                  </a:solidFill>
                  <a:effectLst>
                    <a:outerShdw blurRad="38100" dist="38100" dir="2700000" algn="tl">
                      <a:srgbClr val="000000">
                        <a:alpha val="43137"/>
                      </a:srgbClr>
                    </a:outerShdw>
                  </a:effectLst>
                  <a:cs typeface="+mn-ea"/>
                  <a:sym typeface="+mn-lt"/>
                </a:endParaRPr>
              </a:p>
            </p:txBody>
          </p:sp>
        </p:grpSp>
        <p:grpSp>
          <p:nvGrpSpPr>
            <p:cNvPr id="25" name="íśļïďe"/>
            <p:cNvGrpSpPr/>
            <p:nvPr/>
          </p:nvGrpSpPr>
          <p:grpSpPr bwMode="auto">
            <a:xfrm>
              <a:off x="10902759" y="3611717"/>
              <a:ext cx="621583" cy="183515"/>
              <a:chOff x="-12" y="-114"/>
              <a:chExt cx="1000130" cy="295297"/>
            </a:xfrm>
            <a:grpFill/>
          </p:grpSpPr>
          <p:sp>
            <p:nvSpPr>
              <p:cNvPr id="26" name="ïṡļïḋê"/>
              <p:cNvSpPr/>
              <p:nvPr>
                <p:custDataLst>
                  <p:tags r:id="rId30"/>
                </p:custDataLst>
              </p:nvPr>
            </p:nvSpPr>
            <p:spPr bwMode="auto">
              <a:xfrm rot="5400000">
                <a:off x="769919" y="64984"/>
                <a:ext cx="295297" cy="165101"/>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a:extLst>
                <a:ext uri="{91240B29-F687-4F45-9708-019B960494DF}">
                  <a14:hiddenLine xmlns:a14="http://schemas.microsoft.com/office/drawing/2010/main" w="127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47" name="íṧļidè"/>
              <p:cNvSpPr/>
              <p:nvPr>
                <p:custDataLst>
                  <p:tags r:id="rId31"/>
                </p:custDataLst>
              </p:nvPr>
            </p:nvSpPr>
            <p:spPr bwMode="auto">
              <a:xfrm rot="5400000">
                <a:off x="346054" y="64984"/>
                <a:ext cx="295297" cy="165101"/>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a:extLst>
                <a:ext uri="{91240B29-F687-4F45-9708-019B960494DF}">
                  <a14:hiddenLine xmlns:a14="http://schemas.microsoft.com/office/drawing/2010/main" w="127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sp>
            <p:nvSpPr>
              <p:cNvPr id="48" name="ïşľíḍe"/>
              <p:cNvSpPr/>
              <p:nvPr>
                <p:custDataLst>
                  <p:tags r:id="rId32"/>
                </p:custDataLst>
              </p:nvPr>
            </p:nvSpPr>
            <p:spPr bwMode="auto">
              <a:xfrm rot="5400000">
                <a:off x="-65110" y="64984"/>
                <a:ext cx="295297" cy="165101"/>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a:extLst>
                <a:ext uri="{91240B29-F687-4F45-9708-019B960494DF}">
                  <a14:hiddenLine xmlns:a14="http://schemas.microsoft.com/office/drawing/2010/main" w="127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black"/>
                  </a:solidFill>
                  <a:effectLst/>
                  <a:uLnTx/>
                  <a:uFillTx/>
                  <a:cs typeface="+mn-ea"/>
                  <a:sym typeface="+mn-lt"/>
                </a:endParaRPr>
              </a:p>
            </p:txBody>
          </p:sp>
        </p:grpSp>
      </p:grpSp>
      <p:grpSp>
        <p:nvGrpSpPr>
          <p:cNvPr id="49" name="组合 48"/>
          <p:cNvGrpSpPr/>
          <p:nvPr>
            <p:custDataLst>
              <p:tags r:id="rId33"/>
            </p:custDataLst>
          </p:nvPr>
        </p:nvGrpSpPr>
        <p:grpSpPr>
          <a:xfrm>
            <a:off x="813100" y="1720515"/>
            <a:ext cx="3467100" cy="1616710"/>
            <a:chOff x="657667" y="1690598"/>
            <a:chExt cx="3467100" cy="1616710"/>
          </a:xfrm>
        </p:grpSpPr>
        <p:sp>
          <p:nvSpPr>
            <p:cNvPr id="50" name="矩形 49"/>
            <p:cNvSpPr/>
            <p:nvPr>
              <p:custDataLst>
                <p:tags r:id="rId34"/>
              </p:custDataLst>
            </p:nvPr>
          </p:nvSpPr>
          <p:spPr>
            <a:xfrm>
              <a:off x="776412" y="1690598"/>
              <a:ext cx="3051175" cy="719455"/>
            </a:xfrm>
            <a:prstGeom prst="rect">
              <a:avLst/>
            </a:prstGeom>
          </p:spPr>
          <p:txBody>
            <a:bodyPr vert="horz" lIns="91440" tIns="45720" rIns="91440" bIns="45720" rtlCol="0" anchor="b">
              <a:noAutofit/>
            </a:bodyPr>
            <a:lstStyle/>
            <a:p>
              <a:pPr algn="ctr">
                <a:lnSpc>
                  <a:spcPct val="90000"/>
                </a:lnSpc>
                <a:spcBef>
                  <a:spcPct val="0"/>
                </a:spcBef>
              </a:pPr>
              <a:r>
                <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rPr>
                <a:t>1.</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rPr>
                <a:t>Literature Search and Study</a:t>
              </a:r>
              <a:endPar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51" name="TextBox 5"/>
            <p:cNvSpPr txBox="1"/>
            <p:nvPr>
              <p:custDataLst>
                <p:tags r:id="rId35"/>
              </p:custDataLst>
            </p:nvPr>
          </p:nvSpPr>
          <p:spPr>
            <a:xfrm>
              <a:off x="657667" y="2370048"/>
              <a:ext cx="3467100" cy="937260"/>
            </a:xfrm>
            <a:prstGeom prst="rect">
              <a:avLst/>
            </a:prstGeom>
            <a:noFill/>
          </p:spPr>
          <p:txBody>
            <a:bodyPr wrap="square" rtlCol="0">
              <a:spAutoFit/>
            </a:bodyPr>
            <a:lstStyle>
              <a:defPPr>
                <a:defRPr lang="zh-CN"/>
              </a:defPPr>
              <a:lvl1pPr lvl="0">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marL="285750" indent="-285750" algn="l">
                <a:lnSpc>
                  <a:spcPts val="22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Learn the basic methods and latest research progress in protein function prediction</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52" name="组合 51"/>
          <p:cNvGrpSpPr/>
          <p:nvPr>
            <p:custDataLst>
              <p:tags r:id="rId36"/>
            </p:custDataLst>
          </p:nvPr>
        </p:nvGrpSpPr>
        <p:grpSpPr>
          <a:xfrm>
            <a:off x="3510002" y="4129499"/>
            <a:ext cx="3179445" cy="1511300"/>
            <a:chOff x="3602219" y="4206897"/>
            <a:chExt cx="3179445" cy="1511300"/>
          </a:xfrm>
        </p:grpSpPr>
        <p:sp>
          <p:nvSpPr>
            <p:cNvPr id="53" name="矩形 52"/>
            <p:cNvSpPr/>
            <p:nvPr>
              <p:custDataLst>
                <p:tags r:id="rId37"/>
              </p:custDataLst>
            </p:nvPr>
          </p:nvSpPr>
          <p:spPr>
            <a:xfrm>
              <a:off x="3602219" y="4206897"/>
              <a:ext cx="2756535" cy="621665"/>
            </a:xfrm>
            <a:prstGeom prst="rect">
              <a:avLst/>
            </a:prstGeom>
          </p:spPr>
          <p:txBody>
            <a:bodyPr vert="horz" lIns="91440" tIns="45720" rIns="91440" bIns="45720" rtlCol="0" anchor="b">
              <a:noAutofit/>
            </a:bodyPr>
            <a:lstStyle/>
            <a:p>
              <a:pPr algn="ctr">
                <a:lnSpc>
                  <a:spcPct val="90000"/>
                </a:lnSpc>
                <a:spcBef>
                  <a:spcPct val="0"/>
                </a:spcBef>
              </a:pPr>
              <a:r>
                <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rPr>
                <a:t>2.</a:t>
              </a:r>
              <a:r>
                <a:rPr lang="en-US"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rPr>
                <a:t>Model Selection and Training</a:t>
              </a:r>
              <a:endParaRPr lang="en-US"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54" name="TextBox 5"/>
            <p:cNvSpPr txBox="1"/>
            <p:nvPr>
              <p:custDataLst>
                <p:tags r:id="rId38"/>
              </p:custDataLst>
            </p:nvPr>
          </p:nvSpPr>
          <p:spPr>
            <a:xfrm>
              <a:off x="3602219" y="4780937"/>
              <a:ext cx="3179445" cy="937260"/>
            </a:xfrm>
            <a:prstGeom prst="rect">
              <a:avLst/>
            </a:prstGeom>
            <a:noFill/>
          </p:spPr>
          <p:txBody>
            <a:bodyPr wrap="square" rtlCol="0">
              <a:spAutoFit/>
            </a:bodyPr>
            <a:lstStyle>
              <a:defPPr>
                <a:defRPr lang="zh-CN"/>
              </a:defPPr>
              <a:lvl1pPr lvl="0" algn="ctr">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marL="285750" indent="-285750" algn="l">
                <a:lnSpc>
                  <a:spcPts val="2200"/>
                </a:lnSpc>
                <a:buFont typeface="Arial" panose="020B0604020202020204" pitchFamily="34" charset="0"/>
                <a:buChar char="•"/>
              </a:pPr>
              <a:r>
                <a:rPr sz="1600" dirty="0">
                  <a:latin typeface="微软雅黑" panose="020B0503020204020204" pitchFamily="34" charset="-122"/>
                  <a:ea typeface="微软雅黑" panose="020B0503020204020204" pitchFamily="34" charset="-122"/>
                  <a:cs typeface="+mn-ea"/>
                  <a:sym typeface="+mn-lt"/>
                </a:rPr>
                <a:t>Discuss and select suitable</a:t>
              </a:r>
              <a:r>
                <a:rPr lang="en-US" sz="1600" dirty="0">
                  <a:latin typeface="微软雅黑" panose="020B0503020204020204" pitchFamily="34" charset="-122"/>
                  <a:ea typeface="微软雅黑" panose="020B0503020204020204" pitchFamily="34" charset="-122"/>
                  <a:cs typeface="+mn-ea"/>
                  <a:sym typeface="+mn-lt"/>
                </a:rPr>
                <a:t> </a:t>
              </a:r>
              <a:r>
                <a:rPr sz="1600" dirty="0">
                  <a:latin typeface="微软雅黑" panose="020B0503020204020204" pitchFamily="34" charset="-122"/>
                  <a:ea typeface="微软雅黑" panose="020B0503020204020204" pitchFamily="34" charset="-122"/>
                  <a:cs typeface="+mn-ea"/>
                  <a:sym typeface="+mn-lt"/>
                </a:rPr>
                <a:t>predictive models</a:t>
              </a:r>
              <a:endParaRPr sz="1600" dirty="0">
                <a:latin typeface="微软雅黑" panose="020B0503020204020204" pitchFamily="34" charset="-122"/>
                <a:ea typeface="微软雅黑" panose="020B0503020204020204" pitchFamily="34" charset="-122"/>
                <a:cs typeface="+mn-ea"/>
                <a:sym typeface="+mn-lt"/>
              </a:endParaRPr>
            </a:p>
            <a:p>
              <a:pPr marL="285750" indent="-285750" algn="l">
                <a:lnSpc>
                  <a:spcPts val="2200"/>
                </a:lnSpc>
                <a:buFont typeface="Arial" panose="020B0604020202020204" pitchFamily="34" charset="0"/>
                <a:buChar char="•"/>
              </a:pPr>
              <a:r>
                <a:rPr sz="1600" dirty="0">
                  <a:latin typeface="微软雅黑" panose="020B0503020204020204" pitchFamily="34" charset="-122"/>
                  <a:ea typeface="微软雅黑" panose="020B0503020204020204" pitchFamily="34" charset="-122"/>
                  <a:cs typeface="+mn-ea"/>
                  <a:sym typeface="+mn-lt"/>
                </a:rPr>
                <a:t>Train models</a:t>
              </a:r>
              <a:endParaRPr sz="1600" dirty="0">
                <a:latin typeface="微软雅黑" panose="020B0503020204020204" pitchFamily="34" charset="-122"/>
                <a:ea typeface="微软雅黑" panose="020B0503020204020204" pitchFamily="34" charset="-122"/>
                <a:cs typeface="+mn-ea"/>
                <a:sym typeface="+mn-lt"/>
              </a:endParaRPr>
            </a:p>
          </p:txBody>
        </p:sp>
      </p:grpSp>
      <p:grpSp>
        <p:nvGrpSpPr>
          <p:cNvPr id="55" name="组合 54"/>
          <p:cNvGrpSpPr/>
          <p:nvPr>
            <p:custDataLst>
              <p:tags r:id="rId39"/>
            </p:custDataLst>
          </p:nvPr>
        </p:nvGrpSpPr>
        <p:grpSpPr>
          <a:xfrm>
            <a:off x="5086333" y="1791706"/>
            <a:ext cx="4417695" cy="1809750"/>
            <a:chOff x="4930900" y="1761789"/>
            <a:chExt cx="4417695" cy="1809750"/>
          </a:xfrm>
        </p:grpSpPr>
        <p:sp>
          <p:nvSpPr>
            <p:cNvPr id="56" name="矩形 55"/>
            <p:cNvSpPr/>
            <p:nvPr>
              <p:custDataLst>
                <p:tags r:id="rId40"/>
              </p:custDataLst>
            </p:nvPr>
          </p:nvSpPr>
          <p:spPr>
            <a:xfrm>
              <a:off x="4930900" y="1761789"/>
              <a:ext cx="4417695" cy="658495"/>
            </a:xfrm>
            <a:prstGeom prst="rect">
              <a:avLst/>
            </a:prstGeom>
          </p:spPr>
          <p:txBody>
            <a:bodyPr vert="horz" lIns="91440" tIns="45720" rIns="91440" bIns="45720" rtlCol="0" anchor="b">
              <a:noAutofit/>
            </a:bodyPr>
            <a:lstStyle/>
            <a:p>
              <a:pPr algn="ctr">
                <a:lnSpc>
                  <a:spcPct val="90000"/>
                </a:lnSpc>
                <a:spcBef>
                  <a:spcPct val="0"/>
                </a:spcBef>
              </a:pPr>
              <a:r>
                <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rPr>
                <a:t>3.</a:t>
              </a:r>
              <a:r>
                <a:rPr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rPr>
                <a:t>Results Analysis and Discussion</a:t>
              </a:r>
              <a:endParaRPr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57" name="TextBox 5"/>
            <p:cNvSpPr txBox="1"/>
            <p:nvPr>
              <p:custDataLst>
                <p:tags r:id="rId41"/>
              </p:custDataLst>
            </p:nvPr>
          </p:nvSpPr>
          <p:spPr>
            <a:xfrm>
              <a:off x="5649085" y="2351704"/>
              <a:ext cx="3345815" cy="1219835"/>
            </a:xfrm>
            <a:prstGeom prst="rect">
              <a:avLst/>
            </a:prstGeom>
            <a:noFill/>
          </p:spPr>
          <p:txBody>
            <a:bodyPr wrap="square" rtlCol="0">
              <a:spAutoFit/>
            </a:bodyPr>
            <a:lstStyle>
              <a:defPPr>
                <a:defRPr lang="zh-CN"/>
              </a:defPPr>
              <a:lvl1pPr lvl="0" algn="ctr">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marL="285750" indent="-285750" algn="l">
                <a:lnSpc>
                  <a:spcPts val="22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mn-ea"/>
                  <a:sym typeface="+mn-lt"/>
                </a:rPr>
                <a:t>Evaluate model performance using test data</a:t>
              </a:r>
              <a:endParaRPr lang="zh-CN" altLang="en-US" sz="1600" dirty="0">
                <a:latin typeface="微软雅黑" panose="020B0503020204020204" pitchFamily="34" charset="-122"/>
                <a:ea typeface="微软雅黑" panose="020B0503020204020204" pitchFamily="34" charset="-122"/>
                <a:cs typeface="+mn-ea"/>
                <a:sym typeface="+mn-lt"/>
              </a:endParaRPr>
            </a:p>
            <a:p>
              <a:pPr marL="285750" indent="-285750" algn="l">
                <a:lnSpc>
                  <a:spcPts val="22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mn-ea"/>
                  <a:sym typeface="+mn-lt"/>
                </a:rPr>
                <a:t>Analyze experimental results</a:t>
              </a:r>
              <a:endParaRPr lang="zh-CN" altLang="en-US" sz="1600" dirty="0">
                <a:latin typeface="微软雅黑" panose="020B0503020204020204" pitchFamily="34" charset="-122"/>
                <a:ea typeface="微软雅黑" panose="020B0503020204020204" pitchFamily="34" charset="-122"/>
                <a:cs typeface="+mn-ea"/>
                <a:sym typeface="+mn-lt"/>
              </a:endParaRPr>
            </a:p>
            <a:p>
              <a:pPr marL="285750" indent="-285750" algn="l">
                <a:lnSpc>
                  <a:spcPts val="2200"/>
                </a:lnSpc>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mn-ea"/>
                <a:sym typeface="+mn-lt"/>
              </a:endParaRPr>
            </a:p>
          </p:txBody>
        </p:sp>
      </p:grpSp>
      <p:grpSp>
        <p:nvGrpSpPr>
          <p:cNvPr id="58" name="组合 57"/>
          <p:cNvGrpSpPr/>
          <p:nvPr>
            <p:custDataLst>
              <p:tags r:id="rId42"/>
            </p:custDataLst>
          </p:nvPr>
        </p:nvGrpSpPr>
        <p:grpSpPr>
          <a:xfrm>
            <a:off x="8114400" y="4159979"/>
            <a:ext cx="3748405" cy="1958975"/>
            <a:chOff x="7958967" y="4130062"/>
            <a:chExt cx="3748405" cy="1958975"/>
          </a:xfrm>
        </p:grpSpPr>
        <p:sp>
          <p:nvSpPr>
            <p:cNvPr id="59" name="矩形 58"/>
            <p:cNvSpPr/>
            <p:nvPr>
              <p:custDataLst>
                <p:tags r:id="rId43"/>
              </p:custDataLst>
            </p:nvPr>
          </p:nvSpPr>
          <p:spPr>
            <a:xfrm>
              <a:off x="7958967" y="4130062"/>
              <a:ext cx="3748405" cy="698500"/>
            </a:xfrm>
            <a:prstGeom prst="rect">
              <a:avLst/>
            </a:prstGeom>
          </p:spPr>
          <p:txBody>
            <a:bodyPr vert="horz" lIns="91440" tIns="45720" rIns="91440" bIns="45720" rtlCol="0" anchor="b">
              <a:noAutofit/>
            </a:bodyPr>
            <a:lstStyle/>
            <a:p>
              <a:pPr algn="ctr">
                <a:lnSpc>
                  <a:spcPct val="90000"/>
                </a:lnSpc>
                <a:spcBef>
                  <a:spcPct val="0"/>
                </a:spcBef>
              </a:pPr>
              <a:r>
                <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rPr>
                <a:t>4.Project Summary and Report Writing</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60" name="TextBox 5"/>
            <p:cNvSpPr txBox="1"/>
            <p:nvPr>
              <p:custDataLst>
                <p:tags r:id="rId44"/>
              </p:custDataLst>
            </p:nvPr>
          </p:nvSpPr>
          <p:spPr>
            <a:xfrm>
              <a:off x="8181217" y="4828562"/>
              <a:ext cx="3526155" cy="1260475"/>
            </a:xfrm>
            <a:prstGeom prst="rect">
              <a:avLst/>
            </a:prstGeom>
            <a:noFill/>
          </p:spPr>
          <p:txBody>
            <a:bodyPr wrap="square" rtlCol="0">
              <a:noAutofit/>
            </a:bodyPr>
            <a:lstStyle>
              <a:defPPr>
                <a:defRPr lang="zh-CN"/>
              </a:defPPr>
              <a:lvl1pPr lvl="0" algn="ctr">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marL="285750" indent="-285750" algn="l">
                <a:lnSpc>
                  <a:spcPts val="22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Summarize project outcomes and lessons learned</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marL="285750" indent="-285750" algn="l">
                <a:lnSpc>
                  <a:spcPts val="22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Write the project report, prepare presentation materials</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648075" y="4699000"/>
            <a:ext cx="3794760" cy="768350"/>
          </a:xfrm>
          <a:prstGeom prst="rect">
            <a:avLst/>
          </a:prstGeom>
          <a:noFill/>
        </p:spPr>
        <p:txBody>
          <a:bodyPr wrap="square" rtlCol="0">
            <a:spAutoFit/>
          </a:bodyPr>
          <a:p>
            <a:pPr algn="ctr"/>
            <a:r>
              <a:rPr lang="en-US" sz="2200"/>
              <a:t>Liu Hanc</a:t>
            </a:r>
            <a:r>
              <a:rPr lang="en-US" sz="2200"/>
              <a:t>heng</a:t>
            </a:r>
            <a:endParaRPr lang="en-US" sz="2200"/>
          </a:p>
          <a:p>
            <a:r>
              <a:rPr lang="en-US" sz="2200"/>
              <a:t>23110850049@m.fudan.edu.cn</a:t>
            </a:r>
            <a:endParaRPr lang="en-US" sz="2200"/>
          </a:p>
        </p:txBody>
      </p:sp>
      <p:sp>
        <p:nvSpPr>
          <p:cNvPr id="2" name="文本框 1"/>
          <p:cNvSpPr txBox="1"/>
          <p:nvPr/>
        </p:nvSpPr>
        <p:spPr>
          <a:xfrm>
            <a:off x="1650365" y="2118995"/>
            <a:ext cx="9828530" cy="706755"/>
          </a:xfrm>
          <a:prstGeom prst="rect">
            <a:avLst/>
          </a:prstGeom>
          <a:noFill/>
        </p:spPr>
        <p:txBody>
          <a:bodyPr wrap="square" rtlCol="0">
            <a:spAutoFit/>
          </a:bodyPr>
          <a:p>
            <a:r>
              <a:rPr lang="en-US" altLang="zh-CN" sz="4000"/>
              <a:t>Let's Make This Project a Success Together!</a:t>
            </a:r>
            <a:endParaRPr lang="en-US" altLang="zh-CN" sz="400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DIAGRAM_VIRTUALLY_FRAME" val="{&quot;height&quot;:305.3508661417323,&quot;left&quot;:73.33259842519685,&quot;top&quot;:151.1292125984252,&quot;width&quot;:860.7465354330707}"/>
</p:tagLst>
</file>

<file path=ppt/tags/tag5.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6.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7.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8.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9.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0.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1.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2.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3.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4.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5.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6.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7.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8.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19.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0.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1.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2.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3.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4.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5.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6.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7.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8.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29.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30.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31.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32.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 name="KSO_WM_DIAGRAM_VIRTUALLY_FRAME" val="{&quot;height&quot;:305.3508661417323,&quot;left&quot;:73.33259842519685,&quot;top&quot;:151.1292125984252,&quot;width&quot;:860.7465354330707}"/>
</p:tagLst>
</file>

<file path=ppt/tags/tag35.xml><?xml version="1.0" encoding="utf-8"?>
<p:tagLst xmlns:p="http://schemas.openxmlformats.org/presentationml/2006/main">
  <p:tag name="KSO_WM_BEAUTIFY_FLAG" val=""/>
  <p:tag name="KSO_WM_DIAGRAM_VIRTUALLY_FRAME" val="{&quot;height&quot;:305.3508661417323,&quot;left&quot;:73.33259842519685,&quot;top&quot;:151.1292125984252,&quot;width&quot;:860.7465354330707}"/>
</p:tagLst>
</file>

<file path=ppt/tags/tag36.xml><?xml version="1.0" encoding="utf-8"?>
<p:tagLst xmlns:p="http://schemas.openxmlformats.org/presentationml/2006/main">
  <p:tag name="KSO_WM_DIAGRAM_VIRTUALLY_FRAME" val="{&quot;height&quot;:305.3508661417323,&quot;left&quot;:73.33259842519685,&quot;top&quot;:151.1292125984252,&quot;width&quot;:860.7465354330707}"/>
</p:tagLst>
</file>

<file path=ppt/tags/tag37.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38.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39.xml><?xml version="1.0" encoding="utf-8"?>
<p:tagLst xmlns:p="http://schemas.openxmlformats.org/presentationml/2006/main">
  <p:tag name="KSO_WM_DIAGRAM_VIRTUALLY_FRAME" val="{&quot;height&quot;:305.3508661417323,&quot;left&quot;:73.33259842519685,&quot;top&quot;:151.1292125984252,&quot;width&quot;:860.7465354330707}"/>
</p:tagLst>
</file>

<file path=ppt/tags/tag40.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41.xml><?xml version="1.0" encoding="utf-8"?>
<p:tagLst xmlns:p="http://schemas.openxmlformats.org/presentationml/2006/main">
  <p:tag name="KSO_WM_DIAGRAM_VIRTUALLY_FRAME" val="{&quot;height&quot;:308.95086614173226,&quot;left&quot;:73.33259842519685,&quot;top&quot;:147.5292125984252,&quot;width&quot;:846.3347244094488}"/>
  <p:tag name="KSO_WM_BEAUTIFY_FLAG" val=""/>
</p:tagLst>
</file>

<file path=ppt/tags/tag42.xml><?xml version="1.0" encoding="utf-8"?>
<p:tagLst xmlns:p="http://schemas.openxmlformats.org/presentationml/2006/main">
  <p:tag name="KSO_WM_DIAGRAM_VIRTUALLY_FRAME" val="{&quot;height&quot;:305.3508661417323,&quot;left&quot;:73.33259842519685,&quot;top&quot;:151.1292125984252,&quot;width&quot;:860.7465354330707}"/>
</p:tagLst>
</file>

<file path=ppt/tags/tag43.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44.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45.xml><?xml version="1.0" encoding="utf-8"?>
<p:tagLst xmlns:p="http://schemas.openxmlformats.org/presentationml/2006/main">
  <p:tag name="KSO_WM_DIAGRAM_VIRTUALLY_FRAME" val="{&quot;height&quot;:305.3508661417323,&quot;left&quot;:73.33259842519685,&quot;top&quot;:151.1292125984252,&quot;width&quot;:860.7465354330707}"/>
</p:tagLst>
</file>

<file path=ppt/tags/tag46.xml><?xml version="1.0" encoding="utf-8"?>
<p:tagLst xmlns:p="http://schemas.openxmlformats.org/presentationml/2006/main">
  <p:tag name="KSO_WM_DIAGRAM_VIRTUALLY_FRAME" val="{&quot;height&quot;:305.3508661417323,&quot;left&quot;:73.33259842519685,&quot;top&quot;:151.1292125984252,&quot;width&quot;:860.7465354330707}"/>
  <p:tag name="KSO_WM_BEAUTIFY_FLAG" val=""/>
</p:tagLst>
</file>

<file path=ppt/tags/tag47.xml><?xml version="1.0" encoding="utf-8"?>
<p:tagLst xmlns:p="http://schemas.openxmlformats.org/presentationml/2006/main">
  <p:tag name="KSO_WM_DIAGRAM_VIRTUALLY_FRAME" val="{&quot;height&quot;:305.3508661417323,&quot;left&quot;:73.33259842519685,&quot;top&quot;:151.1292125984252,&quot;width&quot;:846.3347244094488}"/>
  <p:tag name="KSO_WM_BEAUTIFY_FLAG" val=""/>
</p:tagLst>
</file>

<file path=ppt/tags/tag48.xml><?xml version="1.0" encoding="utf-8"?>
<p:tagLst xmlns:p="http://schemas.openxmlformats.org/presentationml/2006/main">
  <p:tag name="KSO_WPP_MARK_KEY" val="d4ffc641-0a48-4e8e-bc8a-a3dd85dcbe61"/>
  <p:tag name="COMMONDATA" val="eyJoZGlkIjoiZDRhNTY0ZjZlYTM5MDQ5NjRhMGQyOTdiODRiNGNkMWMifQ=="/>
  <p:tag name="commondata" val="eyJoZGlkIjoiOTI5ZTAwODRjMTY5ZTM3NjI1NDgzMjFlM2ZlODM0Mz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1367</Words>
  <Application>WPS 演示</Application>
  <PresentationFormat>宽屏</PresentationFormat>
  <Paragraphs>78</Paragraphs>
  <Slides>7</Slides>
  <Notes>5</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7</vt:i4>
      </vt:variant>
    </vt:vector>
  </HeadingPairs>
  <TitlesOfParts>
    <vt:vector size="21" baseType="lpstr">
      <vt:lpstr>Arial</vt:lpstr>
      <vt:lpstr>宋体</vt:lpstr>
      <vt:lpstr>Wingdings</vt:lpstr>
      <vt:lpstr>Calibri</vt:lpstr>
      <vt:lpstr>微软雅黑</vt:lpstr>
      <vt:lpstr>Times New Roman</vt:lpstr>
      <vt:lpstr>Yu Gothic UI Semilight</vt:lpstr>
      <vt:lpstr>仓耳明楷 W03</vt:lpstr>
      <vt:lpstr>Arial Unicode MS</vt:lpstr>
      <vt:lpstr>等线 Light</vt:lpstr>
      <vt:lpstr>等线</vt:lpstr>
      <vt:lpstr>Office 主题</vt:lpstr>
      <vt:lpstr>1_Office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tongjiewang</dc:creator>
  <cp:lastModifiedBy>山海</cp:lastModifiedBy>
  <cp:revision>83</cp:revision>
  <dcterms:created xsi:type="dcterms:W3CDTF">2022-11-06T13:38:00Z</dcterms:created>
  <dcterms:modified xsi:type="dcterms:W3CDTF">2024-07-10T12:46:43Z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92C527613F3C4A33BE4F6CCE1D96D157</vt:lpwstr>
  </property>
  <property fmtid="{D5CDD505-2E9C-101B-9397-08002B2CF9AE}" pid="3" name="KSOProductBuildVer">
    <vt:lpwstr>2052-12.1.0.16929</vt:lpwstr>
  </property>
</Properties>
</file>