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442"/>
    <p:restoredTop sz="94666"/>
  </p:normalViewPr>
  <p:slideViewPr>
    <p:cSldViewPr snapToGrid="0">
      <p:cViewPr>
        <p:scale>
          <a:sx n="41" d="100"/>
          <a:sy n="41" d="100"/>
        </p:scale>
        <p:origin x="808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E437-BC2D-EA7E-1A5C-66D3F3974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B102D-7289-D039-9F2F-08DE30258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E9D4-EC13-F4A8-3497-095735F77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31511-D30D-A3A8-9163-3D72E4E9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B0B07-FCEF-897C-5CCD-8DDC5C708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77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A31D-F386-CF23-6A04-B7CA9A7F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7C95-6F7A-ABC7-5E71-79215D897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63F8-236E-E19F-00BE-1EB6B9984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C6BEC-144D-DD3E-AB37-97D413AF4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5082B-E501-261D-FECF-0F11465B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874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2EB2F-3F96-8D7C-6A55-068DB748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FD32A-1C8C-02C9-75BC-129423E62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1EEC2-17EC-E072-12EF-25842CD7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EF211-D9BD-880E-1A64-E4C532E58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2AB65-865B-ABF5-CD83-FCC10F13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0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1B747-64C3-BA43-4BC1-59159EE4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FBEF3-45E7-0279-25C1-90CFDEF40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4B83A-36CA-E49D-0444-B99B1B5D6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755DE-F663-EA15-EC60-B159138F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4A16-1240-D0A2-3F69-6DE0287E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20A63-09BB-8B32-4787-A46DB9D7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16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19C78-C19F-83BA-8377-F8536F4E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001EC-C0A2-1F51-4D0B-25A2F1F69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56BE6-95B5-1775-DE93-F88E7DDEB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6A8BC-8A69-E5BF-5C81-1ECE2E722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7A8B8-7FCD-5D5A-DDDF-E0648BA1B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9F602-0F9D-DEB4-443B-3257FA0B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90E266-CE61-33A3-2EF2-D6B9F501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DD5EF-AFC7-97D8-952D-8217A296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25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401B-5F9F-A55A-26EC-EF0CE980C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AA007-9B21-2AC8-937F-BC72A9580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D7833-4CE9-368A-6464-A7F9CA446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D9132-ACBF-4FAD-3F5C-B0E6996F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F4907-DCCB-6E89-B7E5-8188F503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22E13-8520-BD8E-162F-CADC824E5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2B618-AFA6-F26F-BAA2-D97F21637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21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F61C-71F5-8FD3-0489-55227DF4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1D5A-649D-0D56-55F0-13AD5113C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81FFD-48E1-88F8-A5F5-080BF91E3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F2EBC-EF41-872A-EC0C-A90A4EF02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4F2CD-F4BE-9997-2758-902AFD9D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3615B-8D3C-2D25-2685-B671A1CD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1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5AE9-E2E7-89F9-3229-7D3F8560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FD66D-1A84-1031-A317-1889D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863FE-21ED-C185-72AC-821719D16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6F044-B2E7-96AA-9719-B70355CA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DA269-487B-8AD5-F8C0-2228F79DB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7D021-ACC7-E55E-993F-575B848A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7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B3AF3-6740-7DE3-A41A-530BE1B4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AB34F-0CC4-3555-1C87-CC5135459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7A48C-643D-FA2E-9A77-8687DFAC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AB092-3B0F-ACAE-6CEF-EE97113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C2262-4482-4BD6-FB99-D14636C2B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89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41A410-47A0-E251-A0AF-1D85EA58D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8E701-0A69-FD9F-5946-DEEFE737D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BE58-C5B0-17E8-BE1B-21F26200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C759B-32F8-DBFC-A387-997F88452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9DED-F8B4-6ECB-1212-8E04CB97D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07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A2AF78-6A03-88B7-4907-1000F801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ED394-B6D2-31FD-7813-2C8ECF2E2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21DB4-B5C2-CFF9-AB41-F48F1AEB7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E65EB5-FC13-A44E-BCCB-8E3E4A85BF66}" type="datetimeFigureOut">
              <a:rPr lang="en-US" smtClean="0"/>
              <a:t>7/18/24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2F82A-6CAE-921A-79BE-34660956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0B408-3912-8DEF-E142-F8DDB024D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3495F-886E-7E4B-A85E-F09AD8096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1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82E1-CB88-7F2F-46DC-3C766E58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56922"/>
            <a:ext cx="10710333" cy="1325563"/>
          </a:xfrm>
        </p:spPr>
        <p:txBody>
          <a:bodyPr>
            <a:noAutofit/>
          </a:bodyPr>
          <a:lstStyle/>
          <a:p>
            <a:pPr algn="ctr"/>
            <a:r>
              <a:rPr lang="en-GB" sz="2800" b="1" u="sng" dirty="0"/>
              <a:t>Naive Algorithm in Context of Protein Function Prediction (PFP)</a:t>
            </a:r>
            <a:br>
              <a:rPr lang="en-GB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68756-F8AA-849D-6107-2AC3D85E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3" y="2122962"/>
            <a:ext cx="10710331" cy="2612076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400" b="1" dirty="0"/>
              <a:t>Definition</a:t>
            </a:r>
            <a:r>
              <a:rPr lang="en-GB" sz="2400" dirty="0"/>
              <a:t>: The Naive algorithm predicts protein functions based only on the relative frequency of Gene Ontology (GO) terms in training dataset. It doesn't incorporate sophisticated methods or optimizations.</a:t>
            </a:r>
          </a:p>
          <a:p>
            <a:pPr marL="0" indent="0" algn="just">
              <a:buNone/>
            </a:pPr>
            <a:endParaRPr lang="en-GB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400" b="1" dirty="0"/>
              <a:t>Context</a:t>
            </a:r>
            <a:r>
              <a:rPr lang="en-GB" sz="2400" dirty="0"/>
              <a:t>: Used as one of the component methods in ensemble models for PFP, serving as a benchmark for more advanced algorithms.</a:t>
            </a:r>
          </a:p>
        </p:txBody>
      </p:sp>
    </p:spTree>
    <p:extLst>
      <p:ext uri="{BB962C8B-B14F-4D97-AF65-F5344CB8AC3E}">
        <p14:creationId xmlns:p14="http://schemas.microsoft.com/office/powerpoint/2010/main" val="3769112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282E1-CB88-7F2F-46DC-3C766E588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56922"/>
            <a:ext cx="10710333" cy="1325563"/>
          </a:xfrm>
        </p:spPr>
        <p:txBody>
          <a:bodyPr>
            <a:noAutofit/>
          </a:bodyPr>
          <a:lstStyle/>
          <a:p>
            <a:pPr algn="ctr"/>
            <a:r>
              <a:rPr lang="en-GB" sz="2800" b="1" u="sng" dirty="0"/>
              <a:t>Naive Algorithm in Context of Protein Function Prediction (PFP)</a:t>
            </a:r>
            <a:br>
              <a:rPr lang="en-GB" sz="3200" b="1" dirty="0"/>
            </a:b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68756-F8AA-849D-6107-2AC3D85E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55" y="1486958"/>
            <a:ext cx="5748763" cy="5014120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400" b="1" dirty="0"/>
              <a:t>Functionality</a:t>
            </a:r>
            <a:r>
              <a:rPr lang="en-GB" sz="2400" dirty="0"/>
              <a:t>: Naive algorithm assigns GO terms to proteins based on their frequency in the dataset. </a:t>
            </a:r>
          </a:p>
          <a:p>
            <a:pPr marL="0" indent="0" algn="just">
              <a:buNone/>
            </a:pPr>
            <a:r>
              <a:rPr lang="en-GB" sz="2400" dirty="0">
                <a:sym typeface="Wingdings" pitchFamily="2" charset="2"/>
              </a:rPr>
              <a:t></a:t>
            </a:r>
            <a:r>
              <a:rPr lang="en-GB" sz="2400" dirty="0"/>
              <a:t>For a given protein </a:t>
            </a:r>
            <a:r>
              <a:rPr lang="en-GB" sz="2400" i="1" dirty="0" err="1"/>
              <a:t>Pj</a:t>
            </a:r>
            <a:r>
              <a:rPr lang="en-GB" sz="2400" i="1" dirty="0"/>
              <a:t> and</a:t>
            </a:r>
            <a:r>
              <a:rPr lang="en-GB" sz="2400" dirty="0"/>
              <a:t> a GO term G</a:t>
            </a:r>
            <a:r>
              <a:rPr lang="en-GB" sz="2400" i="1" dirty="0"/>
              <a:t>i</a:t>
            </a:r>
            <a:r>
              <a:rPr lang="en-GB" sz="2400" dirty="0"/>
              <a:t>, the score S(G</a:t>
            </a:r>
            <a:r>
              <a:rPr lang="en-GB" sz="2400" i="1" dirty="0"/>
              <a:t>i, </a:t>
            </a:r>
            <a:r>
              <a:rPr lang="en-GB" sz="2400" dirty="0" err="1"/>
              <a:t>P</a:t>
            </a:r>
            <a:r>
              <a:rPr lang="en-GB" sz="2400" i="1" dirty="0" err="1"/>
              <a:t>j</a:t>
            </a:r>
            <a:r>
              <a:rPr lang="en-GB" sz="2400" dirty="0"/>
              <a:t>) is calculated as the relative frequency of G</a:t>
            </a:r>
            <a:r>
              <a:rPr lang="en-GB" sz="2400" i="1" dirty="0"/>
              <a:t>i</a:t>
            </a:r>
            <a:r>
              <a:rPr lang="en-GB" sz="2400" dirty="0"/>
              <a:t>​ in the training data.</a:t>
            </a:r>
          </a:p>
          <a:p>
            <a:pPr algn="just"/>
            <a:endParaRPr lang="en-GB" sz="2400" dirty="0"/>
          </a:p>
          <a:p>
            <a:pPr algn="just"/>
            <a:r>
              <a:rPr lang="en-GB" sz="2400" b="1" dirty="0"/>
              <a:t>Examples of Use</a:t>
            </a:r>
            <a:r>
              <a:rPr lang="en-GB" sz="2400" dirty="0"/>
              <a:t>: In studies like </a:t>
            </a:r>
            <a:r>
              <a:rPr lang="en-GB" sz="2400" dirty="0" err="1"/>
              <a:t>NetGO</a:t>
            </a:r>
            <a:r>
              <a:rPr lang="en-GB" sz="2400" dirty="0"/>
              <a:t>, the Naive algorithm is integrated as a baseline method among other advanced techniques such as BLAST-KNN, LR-3mer, LR-</a:t>
            </a:r>
            <a:r>
              <a:rPr lang="en-GB" sz="2400" dirty="0" err="1"/>
              <a:t>InterPro</a:t>
            </a:r>
            <a:r>
              <a:rPr lang="en-GB" sz="2400" dirty="0"/>
              <a:t>, and LR-</a:t>
            </a:r>
            <a:r>
              <a:rPr lang="en-GB" sz="2400" dirty="0" err="1"/>
              <a:t>ProFET</a:t>
            </a:r>
            <a:r>
              <a:rPr lang="en-GB" sz="2400" dirty="0"/>
              <a:t>​(You </a:t>
            </a:r>
            <a:r>
              <a:rPr lang="ja-JP" altLang="en-US" sz="2400"/>
              <a:t>等 </a:t>
            </a:r>
            <a:r>
              <a:rPr lang="en-US" altLang="ja-JP" sz="2400" dirty="0"/>
              <a:t>- 2019 - </a:t>
            </a:r>
            <a:r>
              <a:rPr lang="en-GB" sz="2400" dirty="0" err="1"/>
              <a:t>NetGO</a:t>
            </a:r>
            <a:r>
              <a:rPr lang="en-GB" sz="2400" dirty="0"/>
              <a:t>)​.</a:t>
            </a:r>
            <a:endParaRPr lang="en-US" sz="2400" dirty="0"/>
          </a:p>
        </p:txBody>
      </p:sp>
      <p:pic>
        <p:nvPicPr>
          <p:cNvPr id="5" name="Picture 4" descr="A diagram of a process&#10;&#10;Description automatically generated">
            <a:extLst>
              <a:ext uri="{FF2B5EF4-FFF2-40B4-BE49-F238E27FC236}">
                <a16:creationId xmlns:a16="http://schemas.microsoft.com/office/drawing/2014/main" id="{9B9BD9AD-3618-4EF0-C9E0-708FFD291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418" y="2269517"/>
            <a:ext cx="6108334" cy="344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15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172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Naive Algorithm in Context of Protein Function Prediction (PFP) </vt:lpstr>
      <vt:lpstr>Naive Algorithm in Context of Protein Function Prediction (PFP)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Alban Malaj</dc:creator>
  <cp:lastModifiedBy>Alban Malaj</cp:lastModifiedBy>
  <cp:revision>1</cp:revision>
  <dcterms:created xsi:type="dcterms:W3CDTF">2024-07-18T02:49:10Z</dcterms:created>
  <dcterms:modified xsi:type="dcterms:W3CDTF">2024-07-18T03:08:25Z</dcterms:modified>
</cp:coreProperties>
</file>